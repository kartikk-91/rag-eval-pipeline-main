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89e7853ef24ff6" /><Relationship Type="http://schemas.openxmlformats.org/officeDocument/2006/relationships/extended-properties" Target="/docProps/app.xml" Id="R1f6f6bb3a73e4fb2" /><Relationship Type="http://schemas.openxmlformats.org/officeDocument/2006/relationships/officeDocument" Target="/ppt/presentation.xml" Id="R30eacdc2726e416b" /></Relationships>
</file>

<file path=ppt/presentation.xml><?xml version="1.0" encoding="utf-8"?>
<p:presentation xmlns:p="http://schemas.openxmlformats.org/presentationml/2006/main">
  <p:sldMasterIdLst>
    <p:sldMasterId xmlns:r="http://schemas.openxmlformats.org/officeDocument/2006/relationships" id="2147483648" r:id="R7051c18d545243cb"/>
  </p:sldMasterIdLst>
  <p:notesMasterIdLst>
    <p:notesMasterId xmlns:r="http://schemas.openxmlformats.org/officeDocument/2006/relationships" r:id="R885588f87708422c"/>
  </p:notesMasterIdLst>
  <p:sldIdLst>
    <p:sldId xmlns:r="http://schemas.openxmlformats.org/officeDocument/2006/relationships" id="256" r:id="R2730467307254c81"/>
    <p:sldId xmlns:r="http://schemas.openxmlformats.org/officeDocument/2006/relationships" id="257" r:id="Re3f0f9279a0c4cb9"/>
    <p:sldId xmlns:r="http://schemas.openxmlformats.org/officeDocument/2006/relationships" id="258" r:id="Rb3d3bbc21dc54f16"/>
    <p:sldId xmlns:r="http://schemas.openxmlformats.org/officeDocument/2006/relationships" id="259" r:id="R4d89a719fab74580"/>
    <p:sldId xmlns:r="http://schemas.openxmlformats.org/officeDocument/2006/relationships" id="260" r:id="Rc34d04f495274f59"/>
    <p:sldId xmlns:r="http://schemas.openxmlformats.org/officeDocument/2006/relationships" id="261" r:id="Rc6108892ef2547a6"/>
    <p:sldId xmlns:r="http://schemas.openxmlformats.org/officeDocument/2006/relationships" id="262" r:id="R1116ade027844284"/>
    <p:sldId xmlns:r="http://schemas.openxmlformats.org/officeDocument/2006/relationships" id="263" r:id="R83baac2e559f40dc"/>
    <p:sldId xmlns:r="http://schemas.openxmlformats.org/officeDocument/2006/relationships" id="264" r:id="Ra1145fc85e62492e"/>
    <p:sldId xmlns:r="http://schemas.openxmlformats.org/officeDocument/2006/relationships" id="265" r:id="Re68f82dec9b74d6b"/>
    <p:sldId xmlns:r="http://schemas.openxmlformats.org/officeDocument/2006/relationships" id="266" r:id="R2e48b962272149b6"/>
    <p:sldId xmlns:r="http://schemas.openxmlformats.org/officeDocument/2006/relationships" id="267" r:id="Rf839cd35f11a4393"/>
    <p:sldId xmlns:r="http://schemas.openxmlformats.org/officeDocument/2006/relationships" id="268" r:id="R43a83147c69b47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3933b77b654aa0" /><Relationship Type="http://schemas.openxmlformats.org/officeDocument/2006/relationships/slideMaster" Target="/ppt/slideMasters/slideMaster1.xml" Id="R7051c18d545243cb" /><Relationship Type="http://schemas.openxmlformats.org/officeDocument/2006/relationships/notesMaster" Target="/ppt/notesMasters/notesMaster1.xml" Id="R885588f87708422c" /><Relationship Type="http://schemas.openxmlformats.org/officeDocument/2006/relationships/presProps" Target="/ppt/presProps.xml" Id="R4a04f5d740624c24" /><Relationship Type="http://schemas.openxmlformats.org/officeDocument/2006/relationships/tableStyles" Target="/ppt/tableStyles.xml" Id="R25818f61e1944156" /><Relationship Type="http://schemas.openxmlformats.org/officeDocument/2006/relationships/slide" Target="/ppt/slides/slide1.xml" Id="R2730467307254c81" /><Relationship Type="http://schemas.openxmlformats.org/officeDocument/2006/relationships/slide" Target="/ppt/slides/slide2.xml" Id="Re3f0f9279a0c4cb9" /><Relationship Type="http://schemas.openxmlformats.org/officeDocument/2006/relationships/slide" Target="/ppt/slides/slide3.xml" Id="Rb3d3bbc21dc54f16" /><Relationship Type="http://schemas.openxmlformats.org/officeDocument/2006/relationships/slide" Target="/ppt/slides/slide4.xml" Id="R4d89a719fab74580" /><Relationship Type="http://schemas.openxmlformats.org/officeDocument/2006/relationships/slide" Target="/ppt/slides/slide5.xml" Id="Rc34d04f495274f59" /><Relationship Type="http://schemas.openxmlformats.org/officeDocument/2006/relationships/slide" Target="/ppt/slides/slide6.xml" Id="Rc6108892ef2547a6" /><Relationship Type="http://schemas.openxmlformats.org/officeDocument/2006/relationships/slide" Target="/ppt/slides/slide7.xml" Id="R1116ade027844284" /><Relationship Type="http://schemas.openxmlformats.org/officeDocument/2006/relationships/slide" Target="/ppt/slides/slide8.xml" Id="R83baac2e559f40dc" /><Relationship Type="http://schemas.openxmlformats.org/officeDocument/2006/relationships/slide" Target="/ppt/slides/slide9.xml" Id="Ra1145fc85e62492e" /><Relationship Type="http://schemas.openxmlformats.org/officeDocument/2006/relationships/slide" Target="/ppt/slides/slide10.xml" Id="Re68f82dec9b74d6b" /><Relationship Type="http://schemas.openxmlformats.org/officeDocument/2006/relationships/slide" Target="/ppt/slides/slide11.xml" Id="R2e48b962272149b6" /><Relationship Type="http://schemas.openxmlformats.org/officeDocument/2006/relationships/slide" Target="/ppt/slides/slide12.xml" Id="Rf839cd35f11a4393" /><Relationship Type="http://schemas.openxmlformats.org/officeDocument/2006/relationships/slide" Target="/ppt/slides/slide13.xml" Id="R43a83147c69b47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9d43aea5b64b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46ff4137444aea" /><Relationship Type="http://schemas.openxmlformats.org/officeDocument/2006/relationships/notesMaster" Target="/ppt/notesMasters/notesMaster1.xml" Id="R3dc66eca84914d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3e6c08b1ee43de" /><Relationship Type="http://schemas.openxmlformats.org/officeDocument/2006/relationships/notesMaster" Target="/ppt/notesMasters/notesMaster1.xml" Id="Ra36c409762a943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ea8dd5945f4c0d" /><Relationship Type="http://schemas.openxmlformats.org/officeDocument/2006/relationships/notesMaster" Target="/ppt/notesMasters/notesMaster1.xml" Id="R0b0f2d3e0f8846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f971e2bc32486e" /><Relationship Type="http://schemas.openxmlformats.org/officeDocument/2006/relationships/notesMaster" Target="/ppt/notesMasters/notesMaster1.xml" Id="Reff68b2be33d44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e1d3629d004872" /><Relationship Type="http://schemas.openxmlformats.org/officeDocument/2006/relationships/notesMaster" Target="/ppt/notesMasters/notesMaster1.xml" Id="Rfadda602a8ea4b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74fcd33f8b4685" /><Relationship Type="http://schemas.openxmlformats.org/officeDocument/2006/relationships/notesMaster" Target="/ppt/notesMasters/notesMaster1.xml" Id="R0f75ef42dc4e47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fb292133f449f2" /><Relationship Type="http://schemas.openxmlformats.org/officeDocument/2006/relationships/notesMaster" Target="/ppt/notesMasters/notesMaster1.xml" Id="Rb2201cb5ea3f44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824b66aaa846d6" /><Relationship Type="http://schemas.openxmlformats.org/officeDocument/2006/relationships/notesMaster" Target="/ppt/notesMasters/notesMaster1.xml" Id="Rfefc633519ea4a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cadb9f1b9c4d07" /><Relationship Type="http://schemas.openxmlformats.org/officeDocument/2006/relationships/notesMaster" Target="/ppt/notesMasters/notesMaster1.xml" Id="Rf298b2df67b643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66c216c87549a1" /><Relationship Type="http://schemas.openxmlformats.org/officeDocument/2006/relationships/notesMaster" Target="/ppt/notesMasters/notesMaster1.xml" Id="R92862cacd4594d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14f4af2a3648b8" /><Relationship Type="http://schemas.openxmlformats.org/officeDocument/2006/relationships/notesMaster" Target="/ppt/notesMasters/notesMaster1.xml" Id="Rb81f6f48862c46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0d443648e2478b" /><Relationship Type="http://schemas.openxmlformats.org/officeDocument/2006/relationships/notesMaster" Target="/ppt/notesMasters/notesMaster1.xml" Id="Rfa38a2b10e2848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4da1918a58499d" /><Relationship Type="http://schemas.openxmlformats.org/officeDocument/2006/relationships/notesMaster" Target="/ppt/notesMasters/notesMaster1.xml" Id="R737bfc75f13a45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an evaluation system for research-paper discovery. The application corpus is Hindi/Indic NLP papers. The project evaluates retrieval methods; it does not propose a new embedding architecture or coreference model. Sources: README.md; docs/benchmark_protocol.md.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the distinction between finding a document and retrieving useful evidence from it. This motivates passage-level evaluation rather than paper-title matching. Source: README.md; docs/benchmark_protocol.md.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empirical questions. No method is assumed to win. Mention the optional reranker only as an additional experiment, not as the central research question for the current Hindi/Indic benchmark. Source: docs/benchmark_protocol.md.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bibliography contains 59 source-linked records; 45 PDFs are available locally. Fourteen additional records are metadata-only because access or paper-specific terms are unclear. The active evaluation has one source-first question per local PDF. Source: README.md; docs/audit-2026-10-25.md.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ingestion, chunking, embedding/indexing, retrieval and evidence inspection. The same indexed passage collection is used for dense, BM25 and hybrid ranking. The active embedding model is multilingual MiniLM with 384 dimensions. Source: README.md; docs/audit-2026-10-25.md.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Dense retrieval uses sentence-transformers/paraphrase-multilingual-MiniLM-L12-v2 with 384-dimensional vectors. BM25 is Unicode-aware and retains Devanagari tokens. Hybrid uses reciprocal-rank fusion; its constant is fixed in implementation rather than tuned against this set. Source: README.md; docs/benchmark_protocol.md; rag/retriever.py.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45-case set is source-first: selected passages are checked against chunks from their own source PDFs before any retriever is scored. The design removes title-only hits. Explain that the set has one question per paper and is still a diagnostic baseline. Source: README.md; docs/benchmark_protocol.md; evaluation/build_hindi_indic_eval.py.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metric explanation intuitive. Recall measures coverage. Hit rate counts queries with any evidence hit. MRR focuses on the first hit. nDCG rewards relevant passages appearing earlier in the ranked list. The implementation computes these directly in evaluation/eval_harness.py.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was a silent input-length defect: previous passages were around 2,000 characters while the saved model default limited inputs to 128 tokens. The current contract tokenizes before splitting at 480 tokens, keeps 128-token overlap, sets a 512-token encoder window and validates each passage before embedding. The corrected index is isolated in v4. Source: README.md; docs/audit-2026-10-25.md; docs/benchmark_protocol.md.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the 45-paper corpus and source-first evaluation set are current, but v4 retrieval metrics remain pending in the project documentation. Do not reuse older v2/v3 figures as current results. The previous comparison used an invalid input-window configuration. Snapshot date: 25 Oct 2026. Source: README.md; docs/audit-2026-10-25.md; evaluation/hindi_indic_baseline.json.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surface is named Indic Retrieval Lab. It includes evidence search, filterable paper browsing, aggregate evaluation and query-level side-by-side comparison with citations and latency. Local retrieval does not call AWS or a paid model. The optional /ask generation route is separate and may call Bedrock. Source: README.md; docs/audit-2026-10-25.md.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set is a diagnostic baseline, not a broad benchmark. Human question, expected-answer and citation entailment review remain pending. Next steps documented in the benchmark protocol include multiple naturally phrased questions per paper and reviewed evidence. Source: README.md; docs/benchmark_protocol.md; docs/audit-2026-10-25.md.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central point: no retrieval method is assumed to win. The benchmark provides a controlled, inspectable way to find out.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13dcc43d1542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9b20efd97145b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102aea666f145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9998db17d342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c36e389c6e4b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88cddde33b45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96505C-0720-4128-92B7-7F44B6F446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ABA1EE6-0295-4271-A33B-A3C7E40DB95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F9CE4E0-7AF7-48C3-A8BC-1A95B5C2606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1389E1-D0E3-4F40-BACB-C9E040371C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2FE957E-3286-490E-A882-E2B9EB4915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1DA443C-070D-407F-9B17-CD16EC65A1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F1D847-61BB-448C-B240-8691CDFBBC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9EDC955-75FB-4DC3-8920-8E3CA01A6B8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D9D410-0E24-4D7A-8337-2FF89E5956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C62F0E-6494-4C9C-9A8C-F28B23DF68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930c4f51854e93" /><Relationship Type="http://schemas.openxmlformats.org/officeDocument/2006/relationships/slideLayout" Target="/ppt/slideLayouts/slideLayout1.xml" Id="Re16b2912cde94da3" /><Relationship Type="http://schemas.openxmlformats.org/officeDocument/2006/relationships/slideLayout" Target="/ppt/slideLayouts/slideLayout2.xml" Id="R1f89e26a0bce4b83" /><Relationship Type="http://schemas.openxmlformats.org/officeDocument/2006/relationships/slideLayout" Target="/ppt/slideLayouts/slideLayout3.xml" Id="R2cce689159224b9d" /><Relationship Type="http://schemas.openxmlformats.org/officeDocument/2006/relationships/slideLayout" Target="/ppt/slideLayouts/slideLayout4.xml" Id="R4269895abde84107" /><Relationship Type="http://schemas.openxmlformats.org/officeDocument/2006/relationships/slideLayout" Target="/ppt/slideLayouts/slideLayout5.xml" Id="Rd42453ac237943e8" /><Relationship Type="http://schemas.openxmlformats.org/officeDocument/2006/relationships/slideLayout" Target="/ppt/slideLayouts/slideLayout6.xml" Id="Rd3f97a0a4b1940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6b2912cde94da3"/>
    <p:sldLayoutId xmlns:r="http://schemas.openxmlformats.org/officeDocument/2006/relationships" id="2147483650" r:id="R1f89e26a0bce4b83"/>
    <p:sldLayoutId xmlns:r="http://schemas.openxmlformats.org/officeDocument/2006/relationships" id="2147483651" r:id="R2cce689159224b9d"/>
    <p:sldLayoutId xmlns:r="http://schemas.openxmlformats.org/officeDocument/2006/relationships" id="2147483652" r:id="R4269895abde84107"/>
    <p:sldLayoutId xmlns:r="http://schemas.openxmlformats.org/officeDocument/2006/relationships" id="2147483653" r:id="Rd42453ac237943e8"/>
    <p:sldLayoutId xmlns:r="http://schemas.openxmlformats.org/officeDocument/2006/relationships" id="2147483654" r:id="Rd3f97a0a4b1940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a246fecd0da4c70" /><Relationship Type="http://schemas.openxmlformats.org/officeDocument/2006/relationships/image" Target="/ppt/media/image.png" Id="R51ecdee2e05f4017" /><Relationship Type="http://schemas.openxmlformats.org/officeDocument/2006/relationships/notesSlide" Target="/ppt/notesSlides/notesSlide1.xml" Id="Re220eaa35f6f4f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8f4363d21c4a42" /><Relationship Type="http://schemas.openxmlformats.org/officeDocument/2006/relationships/notesSlide" Target="/ppt/notesSlides/notesSlide2.xml" Id="Ra70e77d31b1949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0596546b204731" /><Relationship Type="http://schemas.openxmlformats.org/officeDocument/2006/relationships/notesSlide" Target="/ppt/notesSlides/notesSlide3.xml" Id="Rf455de55263b45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2d99cb7a0d24971" /><Relationship Type="http://schemas.openxmlformats.org/officeDocument/2006/relationships/notesSlide" Target="/ppt/notesSlides/notesSlide4.xml" Id="R882513f1541b4d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09055c9f2f449fc" /><Relationship Type="http://schemas.openxmlformats.org/officeDocument/2006/relationships/notesSlide" Target="/ppt/notesSlides/notesSlide5.xml" Id="R3427ead468924f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b1eb8accc2f40d0" /><Relationship Type="http://schemas.openxmlformats.org/officeDocument/2006/relationships/notesSlide" Target="/ppt/notesSlides/notesSlide6.xml" Id="R6bcf94d739dc48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6fe25a32adf40df" /><Relationship Type="http://schemas.openxmlformats.org/officeDocument/2006/relationships/notesSlide" Target="/ppt/notesSlides/notesSlide7.xml" Id="Rf6fb9219815d4b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9bb369a0c0f44c5" /><Relationship Type="http://schemas.openxmlformats.org/officeDocument/2006/relationships/notesSlide" Target="/ppt/notesSlides/notesSlide8.xml" Id="R820d63a4ded049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30106e1a7364b3a" /><Relationship Type="http://schemas.openxmlformats.org/officeDocument/2006/relationships/notesSlide" Target="/ppt/notesSlides/notesSlide9.xml" Id="R0adc51da7be942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5ae1f0edc9946ce" /><Relationship Type="http://schemas.openxmlformats.org/officeDocument/2006/relationships/notesSlide" Target="/ppt/notesSlides/notesSlide10.xml" Id="R6d0d759951c74e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d9375a0ce714e26" /><Relationship Type="http://schemas.openxmlformats.org/officeDocument/2006/relationships/notesSlide" Target="/ppt/notesSlides/notesSlide11.xml" Id="R4430a4c421e446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654f2e3d1f84c6d" /><Relationship Type="http://schemas.openxmlformats.org/officeDocument/2006/relationships/notesSlide" Target="/ppt/notesSlides/notesSlide12.xml" Id="Rcc56c7843cce46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545ace165f24f39" /><Relationship Type="http://schemas.openxmlformats.org/officeDocument/2006/relationships/notesSlide" Target="/ppt/notesSlides/notesSlide13.xml" Id="Reec941b8eef74c9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A5214E0-CF8B-48F2-B854-9CD671350767}"/>
              </a:ext>
            </a:extLst>
          </p:cNvPr>
          <p:cNvPicPr>
            <a:picLocks xmlns:a="http://schemas.openxmlformats.org/drawingml/2006/main" noChangeAspect="1"/>
          </p:cNvPicPr>
          <p:nvPr/>
        </p:nvPicPr>
        <p:blipFill>
          <a:blip xmlns:r="http://schemas.openxmlformats.org/officeDocument/2006/relationships" xmlns:a="http://schemas.openxmlformats.org/drawingml/2006/main" r:embed="R51ecdee2e05f4017"/>
          <a:srcRect xmlns:a="http://schemas.openxmlformats.org/drawingml/2006/main" l="27" t="0" r="2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DC8545A-A7D7-49DD-9A07-7DF70E8B325D}"/>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01D35">
              <a:alpha val="24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B9FE3C5-3935-4749-8278-F66F932772D5}"/>
              </a:ext>
            </a:extLst>
          </p:cNvPr>
          <p:cNvSpPr>
            <a:spLocks xmlns:a="http://schemas.openxmlformats.org/drawingml/2006/main" noGrp="1"/>
          </p:cNvSpPr>
          <p:nvPr/>
        </p:nvSpPr>
        <p:spPr>
          <a:xfrm xmlns:a="http://schemas.openxmlformats.org/drawingml/2006/main">
            <a:off x="723900" y="87630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i="0">
                <a:solidFill>
                  <a:srgbClr val="E9BE72"/>
                </a:solidFill>
              </a:defRPr>
            </a:defPPr>
            <a:lvl1pPr algn="l">
              <a:defRPr sz="1275" b="1" i="0">
                <a:solidFill>
                  <a:srgbClr val="E9BE72"/>
                </a:solidFill>
              </a:defRPr>
            </a:lvl1pPr>
            <a:lvl2pPr algn="l">
              <a:defRPr sz="1275" b="1" i="0">
                <a:solidFill>
                  <a:srgbClr val="E9BE72"/>
                </a:solidFill>
              </a:defRPr>
            </a:lvl2pPr>
            <a:lvl3pPr algn="l">
              <a:defRPr sz="1275" b="1" i="0">
                <a:solidFill>
                  <a:srgbClr val="E9BE72"/>
                </a:solidFill>
              </a:defRPr>
            </a:lvl3pPr>
            <a:lvl4pPr algn="l">
              <a:defRPr sz="1275" b="1" i="0">
                <a:solidFill>
                  <a:srgbClr val="E9BE72"/>
                </a:solidFill>
              </a:defRPr>
            </a:lvl4pPr>
            <a:lvl5pPr algn="l">
              <a:defRPr sz="1275" b="1" i="0">
                <a:solidFill>
                  <a:srgbClr val="E9BE72"/>
                </a:solidFill>
              </a:defRPr>
            </a:lvl5pPr>
            <a:lvl6pPr algn="l">
              <a:defRPr sz="1275" b="1" i="0">
                <a:solidFill>
                  <a:srgbClr val="E9BE72"/>
                </a:solidFill>
              </a:defRPr>
            </a:lvl6pPr>
            <a:lvl7pPr algn="l">
              <a:defRPr sz="1275" b="1" i="0">
                <a:solidFill>
                  <a:srgbClr val="E9BE72"/>
                </a:solidFill>
              </a:defRPr>
            </a:lvl7pPr>
            <a:lvl8pPr algn="l">
              <a:defRPr sz="1275" b="1" i="0">
                <a:solidFill>
                  <a:srgbClr val="E9BE72"/>
                </a:solidFill>
              </a:defRPr>
            </a:lvl8pPr>
            <a:lvl9pPr algn="l">
              <a:defRPr sz="1275" b="1" i="0">
                <a:solidFill>
                  <a:srgbClr val="E9BE72"/>
                </a:solidFill>
              </a:defRPr>
            </a:lvl9pPr>
          </a:lstStyle>
          <a:p xmlns:a="http://schemas.openxmlformats.org/drawingml/2006/main">
            <a:pPr algn="l">
              <a:lnSpc>
                <a:spcPct val="105000"/>
              </a:lnSpc>
              <a:buNone/>
              <a:defRPr sz="1275" b="1" i="0">
                <a:solidFill>
                  <a:srgbClr val="E9BE72"/>
                </a:solidFill>
              </a:defRPr>
            </a:pPr>
            <a:r>
              <a:rPr sz="1275" b="1" i="0">
                <a:solidFill>
                  <a:srgbClr val="E9BE72"/>
                </a:solidFill>
              </a:rPr>
              <a:t>FINAL YEAR MINOR PROJECT</a:t>
            </a:r>
          </a:p>
        </p:txBody>
      </p:sp>
      <p:sp>
        <p:nvSpPr>
          <p:cNvPr id="4" name="">
            <a:extLst xmlns:a="http://schemas.openxmlformats.org/drawingml/2006/main">
              <a:ext uri="{FF2B5EF4-FFF2-40B4-BE49-F238E27FC236}">
                <a16:creationId xmlns:a16="http://schemas.microsoft.com/office/drawing/2014/main" id="{CEDAFAE9-49B2-4CAD-988C-7FD9AB858B9D}"/>
              </a:ext>
            </a:extLst>
          </p:cNvPr>
          <p:cNvSpPr>
            <a:spLocks xmlns:a="http://schemas.openxmlformats.org/drawingml/2006/main" noGrp="1"/>
          </p:cNvSpPr>
          <p:nvPr/>
        </p:nvSpPr>
        <p:spPr>
          <a:xfrm xmlns:a="http://schemas.openxmlformats.org/drawingml/2006/main">
            <a:off x="723900" y="1695450"/>
            <a:ext cx="53340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4350" b="1" i="0">
                <a:solidFill>
                  <a:srgbClr val="FFFFFF"/>
                </a:solidFill>
              </a:defRPr>
            </a:defPPr>
            <a:lvl1pPr algn="l">
              <a:defRPr sz="4350" b="1" i="0">
                <a:solidFill>
                  <a:srgbClr val="FFFFFF"/>
                </a:solidFill>
              </a:defRPr>
            </a:lvl1pPr>
            <a:lvl2pPr algn="l">
              <a:defRPr sz="4350" b="1" i="0">
                <a:solidFill>
                  <a:srgbClr val="FFFFFF"/>
                </a:solidFill>
              </a:defRPr>
            </a:lvl2pPr>
            <a:lvl3pPr algn="l">
              <a:defRPr sz="4350" b="1" i="0">
                <a:solidFill>
                  <a:srgbClr val="FFFFFF"/>
                </a:solidFill>
              </a:defRPr>
            </a:lvl3pPr>
            <a:lvl4pPr algn="l">
              <a:defRPr sz="4350" b="1" i="0">
                <a:solidFill>
                  <a:srgbClr val="FFFFFF"/>
                </a:solidFill>
              </a:defRPr>
            </a:lvl4pPr>
            <a:lvl5pPr algn="l">
              <a:defRPr sz="4350" b="1" i="0">
                <a:solidFill>
                  <a:srgbClr val="FFFFFF"/>
                </a:solidFill>
              </a:defRPr>
            </a:lvl5pPr>
            <a:lvl6pPr algn="l">
              <a:defRPr sz="4350" b="1" i="0">
                <a:solidFill>
                  <a:srgbClr val="FFFFFF"/>
                </a:solidFill>
              </a:defRPr>
            </a:lvl6pPr>
            <a:lvl7pPr algn="l">
              <a:defRPr sz="4350" b="1" i="0">
                <a:solidFill>
                  <a:srgbClr val="FFFFFF"/>
                </a:solidFill>
              </a:defRPr>
            </a:lvl7pPr>
            <a:lvl8pPr algn="l">
              <a:defRPr sz="4350" b="1" i="0">
                <a:solidFill>
                  <a:srgbClr val="FFFFFF"/>
                </a:solidFill>
              </a:defRPr>
            </a:lvl8pPr>
            <a:lvl9pPr algn="l">
              <a:defRPr sz="4350" b="1" i="0">
                <a:solidFill>
                  <a:srgbClr val="FFFFFF"/>
                </a:solidFill>
              </a:defRPr>
            </a:lvl9pPr>
          </a:lstStyle>
          <a:p xmlns:a="http://schemas.openxmlformats.org/drawingml/2006/main">
            <a:pPr algn="l">
              <a:lnSpc>
                <a:spcPct val="95000"/>
              </a:lnSpc>
              <a:buNone/>
              <a:defRPr sz="4350" b="1" i="0">
                <a:solidFill>
                  <a:srgbClr val="FFFFFF"/>
                </a:solidFill>
              </a:defRPr>
            </a:pPr>
            <a:r>
              <a:rPr sz="4350" b="1" i="0">
                <a:solidFill>
                  <a:srgbClr val="FFFFFF"/>
                </a:solidFill>
              </a:rPr>
              <a:t>Benchmarking</a:t>
            </a:r>
          </a:p>
          <a:p xmlns:a="http://schemas.openxmlformats.org/drawingml/2006/main">
            <a:pPr algn="l">
              <a:lnSpc>
                <a:spcPct val="95000"/>
              </a:lnSpc>
              <a:buNone/>
              <a:defRPr sz="4350" b="1" i="0">
                <a:solidFill>
                  <a:srgbClr val="FFFFFF"/>
                </a:solidFill>
              </a:defRPr>
            </a:pPr>
            <a:r>
              <a:rPr sz="4350" b="1" i="0">
                <a:solidFill>
                  <a:srgbClr val="FFFFFF"/>
                </a:solidFill>
              </a:rPr>
              <a:t>Neural Retrieval</a:t>
            </a:r>
          </a:p>
          <a:p xmlns:a="http://schemas.openxmlformats.org/drawingml/2006/main">
            <a:pPr algn="l">
              <a:lnSpc>
                <a:spcPct val="95000"/>
              </a:lnSpc>
              <a:buNone/>
              <a:defRPr sz="4350" b="1" i="0">
                <a:solidFill>
                  <a:srgbClr val="FFFFFF"/>
                </a:solidFill>
              </a:defRPr>
            </a:pPr>
            <a:r>
              <a:rPr sz="4350" b="1" i="0">
                <a:solidFill>
                  <a:srgbClr val="FFFFFF"/>
                </a:solidFill>
              </a:rPr>
              <a:t>for Paper Discovery</a:t>
            </a:r>
          </a:p>
        </p:txBody>
      </p:sp>
      <p:sp>
        <p:nvSpPr>
          <p:cNvPr id="5" name="">
            <a:extLst xmlns:a="http://schemas.openxmlformats.org/drawingml/2006/main">
              <a:ext uri="{FF2B5EF4-FFF2-40B4-BE49-F238E27FC236}">
                <a16:creationId xmlns:a16="http://schemas.microsoft.com/office/drawing/2014/main" id="{FB42C921-2E60-4B8F-8AD5-14B4626F034A}"/>
              </a:ext>
            </a:extLst>
          </p:cNvPr>
          <p:cNvSpPr>
            <a:spLocks xmlns:a="http://schemas.openxmlformats.org/drawingml/2006/main" noGrp="1"/>
          </p:cNvSpPr>
          <p:nvPr/>
        </p:nvSpPr>
        <p:spPr>
          <a:xfrm xmlns:a="http://schemas.openxmlformats.org/drawingml/2006/main">
            <a:off x="742950" y="4286250"/>
            <a:ext cx="781050" cy="38100"/>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0CCB17C-E001-4623-896E-642F72567AC1}"/>
              </a:ext>
            </a:extLst>
          </p:cNvPr>
          <p:cNvSpPr>
            <a:spLocks xmlns:a="http://schemas.openxmlformats.org/drawingml/2006/main" noGrp="1"/>
          </p:cNvSpPr>
          <p:nvPr/>
        </p:nvSpPr>
        <p:spPr>
          <a:xfrm xmlns:a="http://schemas.openxmlformats.org/drawingml/2006/main">
            <a:off x="742950" y="455295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i="0">
                <a:solidFill>
                  <a:srgbClr val="F4F2EC"/>
                </a:solidFill>
              </a:defRPr>
            </a:defPPr>
            <a:lvl1pPr algn="l">
              <a:defRPr sz="1650" b="0" i="0">
                <a:solidFill>
                  <a:srgbClr val="F4F2EC"/>
                </a:solidFill>
              </a:defRPr>
            </a:lvl1pPr>
            <a:lvl2pPr algn="l">
              <a:defRPr sz="1650" b="0" i="0">
                <a:solidFill>
                  <a:srgbClr val="F4F2EC"/>
                </a:solidFill>
              </a:defRPr>
            </a:lvl2pPr>
            <a:lvl3pPr algn="l">
              <a:defRPr sz="1650" b="0" i="0">
                <a:solidFill>
                  <a:srgbClr val="F4F2EC"/>
                </a:solidFill>
              </a:defRPr>
            </a:lvl3pPr>
            <a:lvl4pPr algn="l">
              <a:defRPr sz="1650" b="0" i="0">
                <a:solidFill>
                  <a:srgbClr val="F4F2EC"/>
                </a:solidFill>
              </a:defRPr>
            </a:lvl4pPr>
            <a:lvl5pPr algn="l">
              <a:defRPr sz="1650" b="0" i="0">
                <a:solidFill>
                  <a:srgbClr val="F4F2EC"/>
                </a:solidFill>
              </a:defRPr>
            </a:lvl5pPr>
            <a:lvl6pPr algn="l">
              <a:defRPr sz="1650" b="0" i="0">
                <a:solidFill>
                  <a:srgbClr val="F4F2EC"/>
                </a:solidFill>
              </a:defRPr>
            </a:lvl6pPr>
            <a:lvl7pPr algn="l">
              <a:defRPr sz="1650" b="0" i="0">
                <a:solidFill>
                  <a:srgbClr val="F4F2EC"/>
                </a:solidFill>
              </a:defRPr>
            </a:lvl7pPr>
            <a:lvl8pPr algn="l">
              <a:defRPr sz="1650" b="0" i="0">
                <a:solidFill>
                  <a:srgbClr val="F4F2EC"/>
                </a:solidFill>
              </a:defRPr>
            </a:lvl8pPr>
            <a:lvl9pPr algn="l">
              <a:defRPr sz="1650" b="0" i="0">
                <a:solidFill>
                  <a:srgbClr val="F4F2EC"/>
                </a:solidFill>
              </a:defRPr>
            </a:lvl9pPr>
          </a:lstStyle>
          <a:p xmlns:a="http://schemas.openxmlformats.org/drawingml/2006/main">
            <a:pPr algn="l">
              <a:lnSpc>
                <a:spcPct val="105000"/>
              </a:lnSpc>
              <a:buNone/>
              <a:defRPr sz="1650" b="0" i="0">
                <a:solidFill>
                  <a:srgbClr val="F4F2EC"/>
                </a:solidFill>
              </a:defRPr>
            </a:pPr>
            <a:r>
              <a:rPr sz="1650" b="0" i="0">
                <a:solidFill>
                  <a:srgbClr val="F4F2EC"/>
                </a:solidFill>
              </a:rPr>
              <a:t>Sentence Transformers · Qdrant · Hindi/Indic NLP</a:t>
            </a:r>
          </a:p>
        </p:txBody>
      </p:sp>
      <p:sp>
        <p:nvSpPr>
          <p:cNvPr id="7" name="">
            <a:extLst xmlns:a="http://schemas.openxmlformats.org/drawingml/2006/main">
              <a:ext uri="{FF2B5EF4-FFF2-40B4-BE49-F238E27FC236}">
                <a16:creationId xmlns:a16="http://schemas.microsoft.com/office/drawing/2014/main" id="{DDDE21E0-2C97-43D0-ADA0-B8D7A0EA3C81}"/>
              </a:ext>
            </a:extLst>
          </p:cNvPr>
          <p:cNvSpPr>
            <a:spLocks xmlns:a="http://schemas.openxmlformats.org/drawingml/2006/main" noGrp="1"/>
          </p:cNvSpPr>
          <p:nvPr/>
        </p:nvSpPr>
        <p:spPr>
          <a:xfrm xmlns:a="http://schemas.openxmlformats.org/drawingml/2006/main">
            <a:off x="742950" y="50101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i="0">
                <a:solidFill>
                  <a:srgbClr val="D5DDEA"/>
                </a:solidFill>
              </a:defRPr>
            </a:defPPr>
            <a:lvl1pPr algn="l">
              <a:defRPr sz="1500" b="0" i="0">
                <a:solidFill>
                  <a:srgbClr val="D5DDEA"/>
                </a:solidFill>
              </a:defRPr>
            </a:lvl1pPr>
            <a:lvl2pPr algn="l">
              <a:defRPr sz="1500" b="0" i="0">
                <a:solidFill>
                  <a:srgbClr val="D5DDEA"/>
                </a:solidFill>
              </a:defRPr>
            </a:lvl2pPr>
            <a:lvl3pPr algn="l">
              <a:defRPr sz="1500" b="0" i="0">
                <a:solidFill>
                  <a:srgbClr val="D5DDEA"/>
                </a:solidFill>
              </a:defRPr>
            </a:lvl3pPr>
            <a:lvl4pPr algn="l">
              <a:defRPr sz="1500" b="0" i="0">
                <a:solidFill>
                  <a:srgbClr val="D5DDEA"/>
                </a:solidFill>
              </a:defRPr>
            </a:lvl4pPr>
            <a:lvl5pPr algn="l">
              <a:defRPr sz="1500" b="0" i="0">
                <a:solidFill>
                  <a:srgbClr val="D5DDEA"/>
                </a:solidFill>
              </a:defRPr>
            </a:lvl5pPr>
            <a:lvl6pPr algn="l">
              <a:defRPr sz="1500" b="0" i="0">
                <a:solidFill>
                  <a:srgbClr val="D5DDEA"/>
                </a:solidFill>
              </a:defRPr>
            </a:lvl6pPr>
            <a:lvl7pPr algn="l">
              <a:defRPr sz="1500" b="0" i="0">
                <a:solidFill>
                  <a:srgbClr val="D5DDEA"/>
                </a:solidFill>
              </a:defRPr>
            </a:lvl7pPr>
            <a:lvl8pPr algn="l">
              <a:defRPr sz="1500" b="0" i="0">
                <a:solidFill>
                  <a:srgbClr val="D5DDEA"/>
                </a:solidFill>
              </a:defRPr>
            </a:lvl8pPr>
            <a:lvl9pPr algn="l">
              <a:defRPr sz="1500" b="0" i="0">
                <a:solidFill>
                  <a:srgbClr val="D5DDEA"/>
                </a:solidFill>
              </a:defRPr>
            </a:lvl9pPr>
          </a:lstStyle>
          <a:p xmlns:a="http://schemas.openxmlformats.org/drawingml/2006/main">
            <a:pPr algn="l">
              <a:lnSpc>
                <a:spcPct val="105000"/>
              </a:lnSpc>
              <a:buNone/>
              <a:defRPr sz="1500" b="0" i="0">
                <a:solidFill>
                  <a:srgbClr val="D5DDEA"/>
                </a:solidFill>
              </a:defRPr>
            </a:pPr>
            <a:r>
              <a:rPr sz="1500" b="0" i="0">
                <a:solidFill>
                  <a:srgbClr val="D5DDEA"/>
                </a:solidFill>
              </a:rPr>
              <a:t>A controlled comparison of research-paper retrieval methods</a:t>
            </a:r>
          </a:p>
        </p:txBody>
      </p:sp>
      <p:sp>
        <p:nvSpPr>
          <p:cNvPr id="8" name="">
            <a:extLst xmlns:a="http://schemas.openxmlformats.org/drawingml/2006/main">
              <a:ext uri="{FF2B5EF4-FFF2-40B4-BE49-F238E27FC236}">
                <a16:creationId xmlns:a16="http://schemas.microsoft.com/office/drawing/2014/main" id="{3F1B4053-F5D7-401E-AE43-BAC4B549291C}"/>
              </a:ext>
            </a:extLst>
          </p:cNvPr>
          <p:cNvSpPr>
            <a:spLocks xmlns:a="http://schemas.openxmlformats.org/drawingml/2006/main" noGrp="1"/>
          </p:cNvSpPr>
          <p:nvPr/>
        </p:nvSpPr>
        <p:spPr>
          <a:xfrm xmlns:a="http://schemas.openxmlformats.org/drawingml/2006/main">
            <a:off x="742950" y="62293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D5DDEA"/>
                </a:solidFill>
              </a:defRPr>
            </a:defPPr>
            <a:lvl1pPr algn="l">
              <a:defRPr sz="1125" b="1" i="0">
                <a:solidFill>
                  <a:srgbClr val="D5DDEA"/>
                </a:solidFill>
              </a:defRPr>
            </a:lvl1pPr>
            <a:lvl2pPr algn="l">
              <a:defRPr sz="1125" b="1" i="0">
                <a:solidFill>
                  <a:srgbClr val="D5DDEA"/>
                </a:solidFill>
              </a:defRPr>
            </a:lvl2pPr>
            <a:lvl3pPr algn="l">
              <a:defRPr sz="1125" b="1" i="0">
                <a:solidFill>
                  <a:srgbClr val="D5DDEA"/>
                </a:solidFill>
              </a:defRPr>
            </a:lvl3pPr>
            <a:lvl4pPr algn="l">
              <a:defRPr sz="1125" b="1" i="0">
                <a:solidFill>
                  <a:srgbClr val="D5DDEA"/>
                </a:solidFill>
              </a:defRPr>
            </a:lvl4pPr>
            <a:lvl5pPr algn="l">
              <a:defRPr sz="1125" b="1" i="0">
                <a:solidFill>
                  <a:srgbClr val="D5DDEA"/>
                </a:solidFill>
              </a:defRPr>
            </a:lvl5pPr>
            <a:lvl6pPr algn="l">
              <a:defRPr sz="1125" b="1" i="0">
                <a:solidFill>
                  <a:srgbClr val="D5DDEA"/>
                </a:solidFill>
              </a:defRPr>
            </a:lvl6pPr>
            <a:lvl7pPr algn="l">
              <a:defRPr sz="1125" b="1" i="0">
                <a:solidFill>
                  <a:srgbClr val="D5DDEA"/>
                </a:solidFill>
              </a:defRPr>
            </a:lvl7pPr>
            <a:lvl8pPr algn="l">
              <a:defRPr sz="1125" b="1" i="0">
                <a:solidFill>
                  <a:srgbClr val="D5DDEA"/>
                </a:solidFill>
              </a:defRPr>
            </a:lvl8pPr>
            <a:lvl9pPr algn="l">
              <a:defRPr sz="1125" b="1" i="0">
                <a:solidFill>
                  <a:srgbClr val="D5DDEA"/>
                </a:solidFill>
              </a:defRPr>
            </a:lvl9pPr>
          </a:lstStyle>
          <a:p xmlns:a="http://schemas.openxmlformats.org/drawingml/2006/main">
            <a:pPr algn="l">
              <a:lnSpc>
                <a:spcPct val="105000"/>
              </a:lnSpc>
              <a:buNone/>
              <a:defRPr sz="1125" b="1" i="0">
                <a:solidFill>
                  <a:srgbClr val="D5DDEA"/>
                </a:solidFill>
              </a:defRPr>
            </a:pPr>
            <a:r>
              <a:rPr sz="1125" b="1" i="0">
                <a:solidFill>
                  <a:srgbClr val="D5DDEA"/>
                </a:solidFill>
              </a:rPr>
              <a:t>25 OCT 2026</a:t>
            </a:r>
          </a:p>
        </p:txBody>
      </p:sp>
    </p:spTree>
    <p:extLst>
      <p:ext uri="{BB962C8B-B14F-4D97-AF65-F5344CB8AC3E}">
        <p14:creationId xmlns:p14="http://schemas.microsoft.com/office/powerpoint/2010/main" val="602232536"/>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3E3306D-0C0F-49F7-835E-AA24AD32933A}"/>
              </a:ext>
            </a:extLst>
          </p:cNvPr>
          <p:cNvSpPr>
            <a:spLocks xmlns:a="http://schemas.openxmlformats.org/drawingml/2006/main" noGrp="1"/>
          </p:cNvSpPr>
          <p:nvPr/>
        </p:nvSpPr>
        <p:spPr>
          <a:xfrm xmlns:a="http://schemas.openxmlformats.org/drawingml/2006/main">
            <a:off x="685800" y="4191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150" b="1" i="0">
                <a:solidFill>
                  <a:srgbClr val="14233F"/>
                </a:solidFill>
              </a:defRPr>
            </a:defPPr>
            <a:lvl1pPr algn="l">
              <a:defRPr sz="3150" b="1" i="0">
                <a:solidFill>
                  <a:srgbClr val="14233F"/>
                </a:solidFill>
              </a:defRPr>
            </a:lvl1pPr>
            <a:lvl2pPr algn="l">
              <a:defRPr sz="3150" b="1" i="0">
                <a:solidFill>
                  <a:srgbClr val="14233F"/>
                </a:solidFill>
              </a:defRPr>
            </a:lvl2pPr>
            <a:lvl3pPr algn="l">
              <a:defRPr sz="3150" b="1" i="0">
                <a:solidFill>
                  <a:srgbClr val="14233F"/>
                </a:solidFill>
              </a:defRPr>
            </a:lvl3pPr>
            <a:lvl4pPr algn="l">
              <a:defRPr sz="3150" b="1" i="0">
                <a:solidFill>
                  <a:srgbClr val="14233F"/>
                </a:solidFill>
              </a:defRPr>
            </a:lvl4pPr>
            <a:lvl5pPr algn="l">
              <a:defRPr sz="3150" b="1" i="0">
                <a:solidFill>
                  <a:srgbClr val="14233F"/>
                </a:solidFill>
              </a:defRPr>
            </a:lvl5pPr>
            <a:lvl6pPr algn="l">
              <a:defRPr sz="3150" b="1" i="0">
                <a:solidFill>
                  <a:srgbClr val="14233F"/>
                </a:solidFill>
              </a:defRPr>
            </a:lvl6pPr>
            <a:lvl7pPr algn="l">
              <a:defRPr sz="3150" b="1" i="0">
                <a:solidFill>
                  <a:srgbClr val="14233F"/>
                </a:solidFill>
              </a:defRPr>
            </a:lvl7pPr>
            <a:lvl8pPr algn="l">
              <a:defRPr sz="3150" b="1" i="0">
                <a:solidFill>
                  <a:srgbClr val="14233F"/>
                </a:solidFill>
              </a:defRPr>
            </a:lvl8pPr>
            <a:lvl9pPr algn="l">
              <a:defRPr sz="3150" b="1" i="0">
                <a:solidFill>
                  <a:srgbClr val="14233F"/>
                </a:solidFill>
              </a:defRPr>
            </a:lvl9pPr>
          </a:lstStyle>
          <a:p xmlns:a="http://schemas.openxmlformats.org/drawingml/2006/main">
            <a:pPr algn="l">
              <a:lnSpc>
                <a:spcPct val="105000"/>
              </a:lnSpc>
              <a:buNone/>
              <a:defRPr sz="3150" b="1" i="0">
                <a:solidFill>
                  <a:srgbClr val="14233F"/>
                </a:solidFill>
              </a:defRPr>
            </a:pPr>
            <a:r>
              <a:rPr sz="3150" b="1" i="0">
                <a:solidFill>
                  <a:srgbClr val="14233F"/>
                </a:solidFill>
              </a:rPr>
              <a:t>Why research-paper retrieval needs evaluation</a:t>
            </a:r>
          </a:p>
        </p:txBody>
      </p:sp>
      <p:sp>
        <p:nvSpPr>
          <p:cNvPr id="2" name="">
            <a:extLst xmlns:a="http://schemas.openxmlformats.org/drawingml/2006/main">
              <a:ext uri="{FF2B5EF4-FFF2-40B4-BE49-F238E27FC236}">
                <a16:creationId xmlns:a16="http://schemas.microsoft.com/office/drawing/2014/main" id="{BA28C11A-66EC-46CE-83F8-20507D3D8AA5}"/>
              </a:ext>
            </a:extLst>
          </p:cNvPr>
          <p:cNvSpPr>
            <a:spLocks xmlns:a="http://schemas.openxmlformats.org/drawingml/2006/main" noGrp="1"/>
          </p:cNvSpPr>
          <p:nvPr/>
        </p:nvSpPr>
        <p:spPr>
          <a:xfrm xmlns:a="http://schemas.openxmlformats.org/drawingml/2006/main">
            <a:off x="685800" y="1162050"/>
            <a:ext cx="108204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F94958E-DE60-4ED9-B91A-C3808A8E0646}"/>
              </a:ext>
            </a:extLst>
          </p:cNvPr>
          <p:cNvSpPr>
            <a:spLocks xmlns:a="http://schemas.openxmlformats.org/drawingml/2006/main" noGrp="1"/>
          </p:cNvSpPr>
          <p:nvPr/>
        </p:nvSpPr>
        <p:spPr>
          <a:xfrm xmlns:a="http://schemas.openxmlformats.org/drawingml/2006/main">
            <a:off x="685800" y="1162050"/>
            <a:ext cx="742950" cy="28575"/>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A4C0F31-486E-4693-8720-87DC5793AEDB}"/>
              </a:ext>
            </a:extLst>
          </p:cNvPr>
          <p:cNvSpPr>
            <a:spLocks xmlns:a="http://schemas.openxmlformats.org/drawingml/2006/main" noGrp="1"/>
          </p:cNvSpPr>
          <p:nvPr/>
        </p:nvSpPr>
        <p:spPr>
          <a:xfrm xmlns:a="http://schemas.openxmlformats.org/drawingml/2006/main">
            <a:off x="685800" y="6457950"/>
            <a:ext cx="609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i="0">
                <a:solidFill>
                  <a:srgbClr val="65728A"/>
                </a:solidFill>
              </a:defRPr>
            </a:defPPr>
            <a:lvl1pPr algn="l">
              <a:defRPr sz="1050" b="1" i="0">
                <a:solidFill>
                  <a:srgbClr val="65728A"/>
                </a:solidFill>
              </a:defRPr>
            </a:lvl1pPr>
            <a:lvl2pPr algn="l">
              <a:defRPr sz="1050" b="1" i="0">
                <a:solidFill>
                  <a:srgbClr val="65728A"/>
                </a:solidFill>
              </a:defRPr>
            </a:lvl2pPr>
            <a:lvl3pPr algn="l">
              <a:defRPr sz="1050" b="1" i="0">
                <a:solidFill>
                  <a:srgbClr val="65728A"/>
                </a:solidFill>
              </a:defRPr>
            </a:lvl3pPr>
            <a:lvl4pPr algn="l">
              <a:defRPr sz="1050" b="1" i="0">
                <a:solidFill>
                  <a:srgbClr val="65728A"/>
                </a:solidFill>
              </a:defRPr>
            </a:lvl4pPr>
            <a:lvl5pPr algn="l">
              <a:defRPr sz="1050" b="1" i="0">
                <a:solidFill>
                  <a:srgbClr val="65728A"/>
                </a:solidFill>
              </a:defRPr>
            </a:lvl5pPr>
            <a:lvl6pPr algn="l">
              <a:defRPr sz="1050" b="1" i="0">
                <a:solidFill>
                  <a:srgbClr val="65728A"/>
                </a:solidFill>
              </a:defRPr>
            </a:lvl6pPr>
            <a:lvl7pPr algn="l">
              <a:defRPr sz="1050" b="1" i="0">
                <a:solidFill>
                  <a:srgbClr val="65728A"/>
                </a:solidFill>
              </a:defRPr>
            </a:lvl7pPr>
            <a:lvl8pPr algn="l">
              <a:defRPr sz="1050" b="1" i="0">
                <a:solidFill>
                  <a:srgbClr val="65728A"/>
                </a:solidFill>
              </a:defRPr>
            </a:lvl8pPr>
            <a:lvl9pPr algn="l">
              <a:defRPr sz="1050" b="1" i="0">
                <a:solidFill>
                  <a:srgbClr val="65728A"/>
                </a:solidFill>
              </a:defRPr>
            </a:lvl9pPr>
          </a:lstStyle>
          <a:p xmlns:a="http://schemas.openxmlformats.org/drawingml/2006/main">
            <a:pPr algn="l">
              <a:lnSpc>
                <a:spcPct val="105000"/>
              </a:lnSpc>
              <a:buNone/>
              <a:defRPr sz="1050" b="1" i="0">
                <a:solidFill>
                  <a:srgbClr val="65728A"/>
                </a:solidFill>
              </a:defRPr>
            </a:pPr>
            <a:r>
              <a:rPr sz="1050" b="1" i="0">
                <a:solidFill>
                  <a:srgbClr val="65728A"/>
                </a:solidFill>
              </a:rPr>
              <a:t>RAG RETRIEVAL BENCHMARK</a:t>
            </a:r>
          </a:p>
        </p:txBody>
      </p:sp>
      <p:sp>
        <p:nvSpPr>
          <p:cNvPr id="5" name="">
            <a:extLst xmlns:a="http://schemas.openxmlformats.org/drawingml/2006/main">
              <a:ext uri="{FF2B5EF4-FFF2-40B4-BE49-F238E27FC236}">
                <a16:creationId xmlns:a16="http://schemas.microsoft.com/office/drawing/2014/main" id="{9269185B-F868-4B4C-8127-5A2548234F22}"/>
              </a:ext>
            </a:extLst>
          </p:cNvPr>
          <p:cNvSpPr>
            <a:spLocks xmlns:a="http://schemas.openxmlformats.org/drawingml/2006/main" noGrp="1"/>
          </p:cNvSpPr>
          <p:nvPr/>
        </p:nvSpPr>
        <p:spPr>
          <a:xfrm xmlns:a="http://schemas.openxmlformats.org/drawingml/2006/main">
            <a:off x="10953750" y="64198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i="0">
                <a:solidFill>
                  <a:srgbClr val="65728A"/>
                </a:solidFill>
              </a:defRPr>
            </a:defPPr>
            <a:lvl1pPr algn="r">
              <a:defRPr sz="1200" b="1" i="0">
                <a:solidFill>
                  <a:srgbClr val="65728A"/>
                </a:solidFill>
              </a:defRPr>
            </a:lvl1pPr>
            <a:lvl2pPr algn="r">
              <a:defRPr sz="1200" b="1" i="0">
                <a:solidFill>
                  <a:srgbClr val="65728A"/>
                </a:solidFill>
              </a:defRPr>
            </a:lvl2pPr>
            <a:lvl3pPr algn="r">
              <a:defRPr sz="1200" b="1" i="0">
                <a:solidFill>
                  <a:srgbClr val="65728A"/>
                </a:solidFill>
              </a:defRPr>
            </a:lvl3pPr>
            <a:lvl4pPr algn="r">
              <a:defRPr sz="1200" b="1" i="0">
                <a:solidFill>
                  <a:srgbClr val="65728A"/>
                </a:solidFill>
              </a:defRPr>
            </a:lvl4pPr>
            <a:lvl5pPr algn="r">
              <a:defRPr sz="1200" b="1" i="0">
                <a:solidFill>
                  <a:srgbClr val="65728A"/>
                </a:solidFill>
              </a:defRPr>
            </a:lvl5pPr>
            <a:lvl6pPr algn="r">
              <a:defRPr sz="1200" b="1" i="0">
                <a:solidFill>
                  <a:srgbClr val="65728A"/>
                </a:solidFill>
              </a:defRPr>
            </a:lvl6pPr>
            <a:lvl7pPr algn="r">
              <a:defRPr sz="1200" b="1" i="0">
                <a:solidFill>
                  <a:srgbClr val="65728A"/>
                </a:solidFill>
              </a:defRPr>
            </a:lvl7pPr>
            <a:lvl8pPr algn="r">
              <a:defRPr sz="1200" b="1" i="0">
                <a:solidFill>
                  <a:srgbClr val="65728A"/>
                </a:solidFill>
              </a:defRPr>
            </a:lvl8pPr>
            <a:lvl9pPr algn="r">
              <a:defRPr sz="1200" b="1" i="0">
                <a:solidFill>
                  <a:srgbClr val="65728A"/>
                </a:solidFill>
              </a:defRPr>
            </a:lvl9pPr>
          </a:lstStyle>
          <a:p xmlns:a="http://schemas.openxmlformats.org/drawingml/2006/main">
            <a:pPr algn="r">
              <a:lnSpc>
                <a:spcPct val="105000"/>
              </a:lnSpc>
              <a:buNone/>
              <a:defRPr sz="1200" b="1" i="0">
                <a:solidFill>
                  <a:srgbClr val="65728A"/>
                </a:solidFill>
              </a:defRPr>
            </a:pPr>
            <a:r>
              <a:rPr sz="1200" b="1" i="0">
                <a:solidFill>
                  <a:srgbClr val="65728A"/>
                </a:solidFill>
              </a:rPr>
              <a:t>02</a:t>
            </a:r>
          </a:p>
        </p:txBody>
      </p:sp>
      <p:sp>
        <p:nvSpPr>
          <p:cNvPr id="6" name="">
            <a:extLst xmlns:a="http://schemas.openxmlformats.org/drawingml/2006/main">
              <a:ext uri="{FF2B5EF4-FFF2-40B4-BE49-F238E27FC236}">
                <a16:creationId xmlns:a16="http://schemas.microsoft.com/office/drawing/2014/main" id="{347C597A-89AF-4367-84DC-321D78D38DF2}"/>
              </a:ext>
            </a:extLst>
          </p:cNvPr>
          <p:cNvSpPr>
            <a:spLocks xmlns:a="http://schemas.openxmlformats.org/drawingml/2006/main" noGrp="1"/>
          </p:cNvSpPr>
          <p:nvPr/>
        </p:nvSpPr>
        <p:spPr>
          <a:xfrm xmlns:a="http://schemas.openxmlformats.org/drawingml/2006/main">
            <a:off x="685800" y="156210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250" b="1" i="0">
                <a:solidFill>
                  <a:srgbClr val="14233F"/>
                </a:solidFill>
              </a:defRPr>
            </a:defPPr>
            <a:lvl1pPr algn="l">
              <a:defRPr sz="2250" b="1" i="0">
                <a:solidFill>
                  <a:srgbClr val="14233F"/>
                </a:solidFill>
              </a:defRPr>
            </a:lvl1pPr>
            <a:lvl2pPr algn="l">
              <a:defRPr sz="2250" b="1" i="0">
                <a:solidFill>
                  <a:srgbClr val="14233F"/>
                </a:solidFill>
              </a:defRPr>
            </a:lvl2pPr>
            <a:lvl3pPr algn="l">
              <a:defRPr sz="2250" b="1" i="0">
                <a:solidFill>
                  <a:srgbClr val="14233F"/>
                </a:solidFill>
              </a:defRPr>
            </a:lvl3pPr>
            <a:lvl4pPr algn="l">
              <a:defRPr sz="2250" b="1" i="0">
                <a:solidFill>
                  <a:srgbClr val="14233F"/>
                </a:solidFill>
              </a:defRPr>
            </a:lvl4pPr>
            <a:lvl5pPr algn="l">
              <a:defRPr sz="2250" b="1" i="0">
                <a:solidFill>
                  <a:srgbClr val="14233F"/>
                </a:solidFill>
              </a:defRPr>
            </a:lvl5pPr>
            <a:lvl6pPr algn="l">
              <a:defRPr sz="2250" b="1" i="0">
                <a:solidFill>
                  <a:srgbClr val="14233F"/>
                </a:solidFill>
              </a:defRPr>
            </a:lvl6pPr>
            <a:lvl7pPr algn="l">
              <a:defRPr sz="2250" b="1" i="0">
                <a:solidFill>
                  <a:srgbClr val="14233F"/>
                </a:solidFill>
              </a:defRPr>
            </a:lvl7pPr>
            <a:lvl8pPr algn="l">
              <a:defRPr sz="2250" b="1" i="0">
                <a:solidFill>
                  <a:srgbClr val="14233F"/>
                </a:solidFill>
              </a:defRPr>
            </a:lvl8pPr>
            <a:lvl9pPr algn="l">
              <a:defRPr sz="2250" b="1" i="0">
                <a:solidFill>
                  <a:srgbClr val="14233F"/>
                </a:solidFill>
              </a:defRPr>
            </a:lvl9pPr>
          </a:lstStyle>
          <a:p xmlns:a="http://schemas.openxmlformats.org/drawingml/2006/main">
            <a:pPr algn="l">
              <a:lnSpc>
                <a:spcPct val="108000"/>
              </a:lnSpc>
              <a:buNone/>
              <a:defRPr sz="2250" b="1" i="0">
                <a:solidFill>
                  <a:srgbClr val="14233F"/>
                </a:solidFill>
              </a:defRPr>
            </a:pPr>
            <a:r>
              <a:rPr sz="2250" b="1" i="0">
                <a:solidFill>
                  <a:srgbClr val="14233F"/>
                </a:solidFill>
              </a:rPr>
              <a:t>Finding the right paper is only the first step. A useful search system must surface the passage that answers the question.</a:t>
            </a:r>
          </a:p>
        </p:txBody>
      </p:sp>
      <p:sp>
        <p:nvSpPr>
          <p:cNvPr id="7" name="">
            <a:extLst xmlns:a="http://schemas.openxmlformats.org/drawingml/2006/main">
              <a:ext uri="{FF2B5EF4-FFF2-40B4-BE49-F238E27FC236}">
                <a16:creationId xmlns:a16="http://schemas.microsoft.com/office/drawing/2014/main" id="{7215366D-D252-4FCC-81F2-7353FFF1E6E3}"/>
              </a:ext>
            </a:extLst>
          </p:cNvPr>
          <p:cNvSpPr>
            <a:spLocks xmlns:a="http://schemas.openxmlformats.org/drawingml/2006/main" noGrp="1"/>
          </p:cNvSpPr>
          <p:nvPr/>
        </p:nvSpPr>
        <p:spPr>
          <a:xfrm xmlns:a="http://schemas.openxmlformats.org/drawingml/2006/main">
            <a:off x="685800" y="2800350"/>
            <a:ext cx="108204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1C03BDD-4497-459D-A7CB-C157F6919348}"/>
              </a:ext>
            </a:extLst>
          </p:cNvPr>
          <p:cNvSpPr>
            <a:spLocks xmlns:a="http://schemas.openxmlformats.org/drawingml/2006/main" noGrp="1"/>
          </p:cNvSpPr>
          <p:nvPr/>
        </p:nvSpPr>
        <p:spPr>
          <a:xfrm xmlns:a="http://schemas.openxmlformats.org/drawingml/2006/main">
            <a:off x="685800" y="31051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D89A35"/>
                </a:solidFill>
              </a:defRPr>
            </a:defPPr>
            <a:lvl1pPr algn="l">
              <a:defRPr sz="1125" b="1" i="0">
                <a:solidFill>
                  <a:srgbClr val="D89A35"/>
                </a:solidFill>
              </a:defRPr>
            </a:lvl1pPr>
            <a:lvl2pPr algn="l">
              <a:defRPr sz="1125" b="1" i="0">
                <a:solidFill>
                  <a:srgbClr val="D89A35"/>
                </a:solidFill>
              </a:defRPr>
            </a:lvl2pPr>
            <a:lvl3pPr algn="l">
              <a:defRPr sz="1125" b="1" i="0">
                <a:solidFill>
                  <a:srgbClr val="D89A35"/>
                </a:solidFill>
              </a:defRPr>
            </a:lvl3pPr>
            <a:lvl4pPr algn="l">
              <a:defRPr sz="1125" b="1" i="0">
                <a:solidFill>
                  <a:srgbClr val="D89A35"/>
                </a:solidFill>
              </a:defRPr>
            </a:lvl4pPr>
            <a:lvl5pPr algn="l">
              <a:defRPr sz="1125" b="1" i="0">
                <a:solidFill>
                  <a:srgbClr val="D89A35"/>
                </a:solidFill>
              </a:defRPr>
            </a:lvl5pPr>
            <a:lvl6pPr algn="l">
              <a:defRPr sz="1125" b="1" i="0">
                <a:solidFill>
                  <a:srgbClr val="D89A35"/>
                </a:solidFill>
              </a:defRPr>
            </a:lvl6pPr>
            <a:lvl7pPr algn="l">
              <a:defRPr sz="1125" b="1" i="0">
                <a:solidFill>
                  <a:srgbClr val="D89A35"/>
                </a:solidFill>
              </a:defRPr>
            </a:lvl7pPr>
            <a:lvl8pPr algn="l">
              <a:defRPr sz="1125" b="1" i="0">
                <a:solidFill>
                  <a:srgbClr val="D89A35"/>
                </a:solidFill>
              </a:defRPr>
            </a:lvl8pPr>
            <a:lvl9pPr algn="l">
              <a:defRPr sz="1125" b="1" i="0">
                <a:solidFill>
                  <a:srgbClr val="D89A35"/>
                </a:solidFill>
              </a:defRPr>
            </a:lvl9pPr>
          </a:lstStyle>
          <a:p xmlns:a="http://schemas.openxmlformats.org/drawingml/2006/main">
            <a:pPr algn="l">
              <a:lnSpc>
                <a:spcPct val="105000"/>
              </a:lnSpc>
              <a:buNone/>
              <a:defRPr sz="1125" b="1" i="0">
                <a:solidFill>
                  <a:srgbClr val="D89A35"/>
                </a:solidFill>
              </a:defRPr>
            </a:pPr>
            <a:r>
              <a:rPr sz="1125" b="1" i="0">
                <a:solidFill>
                  <a:srgbClr val="D89A35"/>
                </a:solidFill>
              </a:rPr>
              <a:t>THE CHALLENGE</a:t>
            </a:r>
          </a:p>
        </p:txBody>
      </p:sp>
      <p:sp>
        <p:nvSpPr>
          <p:cNvPr id="9" name="">
            <a:extLst xmlns:a="http://schemas.openxmlformats.org/drawingml/2006/main">
              <a:ext uri="{FF2B5EF4-FFF2-40B4-BE49-F238E27FC236}">
                <a16:creationId xmlns:a16="http://schemas.microsoft.com/office/drawing/2014/main" id="{DE49B49A-B2F8-49C1-9147-97F6E67802C2}"/>
              </a:ext>
            </a:extLst>
          </p:cNvPr>
          <p:cNvSpPr>
            <a:spLocks xmlns:a="http://schemas.openxmlformats.org/drawingml/2006/main" noGrp="1"/>
          </p:cNvSpPr>
          <p:nvPr/>
        </p:nvSpPr>
        <p:spPr>
          <a:xfrm xmlns:a="http://schemas.openxmlformats.org/drawingml/2006/main">
            <a:off x="685800" y="3448050"/>
            <a:ext cx="46291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i="0">
                <a:solidFill>
                  <a:srgbClr val="263755"/>
                </a:solidFill>
              </a:defRPr>
            </a:defPPr>
            <a:lvl1pPr algn="l">
              <a:defRPr sz="1725" b="0" i="0">
                <a:solidFill>
                  <a:srgbClr val="263755"/>
                </a:solidFill>
              </a:defRPr>
            </a:lvl1pPr>
            <a:lvl2pPr algn="l">
              <a:defRPr sz="1725" b="0" i="0">
                <a:solidFill>
                  <a:srgbClr val="263755"/>
                </a:solidFill>
              </a:defRPr>
            </a:lvl2pPr>
            <a:lvl3pPr algn="l">
              <a:defRPr sz="1725" b="0" i="0">
                <a:solidFill>
                  <a:srgbClr val="263755"/>
                </a:solidFill>
              </a:defRPr>
            </a:lvl3pPr>
            <a:lvl4pPr algn="l">
              <a:defRPr sz="1725" b="0" i="0">
                <a:solidFill>
                  <a:srgbClr val="263755"/>
                </a:solidFill>
              </a:defRPr>
            </a:lvl4pPr>
            <a:lvl5pPr algn="l">
              <a:defRPr sz="1725" b="0" i="0">
                <a:solidFill>
                  <a:srgbClr val="263755"/>
                </a:solidFill>
              </a:defRPr>
            </a:lvl5pPr>
            <a:lvl6pPr algn="l">
              <a:defRPr sz="1725" b="0" i="0">
                <a:solidFill>
                  <a:srgbClr val="263755"/>
                </a:solidFill>
              </a:defRPr>
            </a:lvl6pPr>
            <a:lvl7pPr algn="l">
              <a:defRPr sz="1725" b="0" i="0">
                <a:solidFill>
                  <a:srgbClr val="263755"/>
                </a:solidFill>
              </a:defRPr>
            </a:lvl7pPr>
            <a:lvl8pPr algn="l">
              <a:defRPr sz="1725" b="0" i="0">
                <a:solidFill>
                  <a:srgbClr val="263755"/>
                </a:solidFill>
              </a:defRPr>
            </a:lvl8pPr>
            <a:lvl9pPr algn="l">
              <a:defRPr sz="1725" b="0" i="0">
                <a:solidFill>
                  <a:srgbClr val="263755"/>
                </a:solidFill>
              </a:defRPr>
            </a:lvl9pPr>
          </a:lstStyle>
          <a:p xmlns:a="http://schemas.openxmlformats.org/drawingml/2006/main">
            <a:pPr algn="l">
              <a:lnSpc>
                <a:spcPct val="112000"/>
              </a:lnSpc>
              <a:buNone/>
              <a:defRPr sz="1725" b="0" i="0">
                <a:solidFill>
                  <a:srgbClr val="263755"/>
                </a:solidFill>
              </a:defRPr>
            </a:pPr>
            <a:r>
              <a:rPr sz="1725" b="0" i="0">
                <a:solidFill>
                  <a:srgbClr val="263755"/>
                </a:solidFill>
              </a:rPr>
              <a:t>Research knowledge is spread across papers, sections and terminology. A matching title does not prove that the returned passage contains the needed evidence.</a:t>
            </a:r>
          </a:p>
        </p:txBody>
      </p:sp>
      <p:sp>
        <p:nvSpPr>
          <p:cNvPr id="10" name="">
            <a:extLst xmlns:a="http://schemas.openxmlformats.org/drawingml/2006/main">
              <a:ext uri="{FF2B5EF4-FFF2-40B4-BE49-F238E27FC236}">
                <a16:creationId xmlns:a16="http://schemas.microsoft.com/office/drawing/2014/main" id="{10863B5C-E556-4876-B7E0-62981A3011A9}"/>
              </a:ext>
            </a:extLst>
          </p:cNvPr>
          <p:cNvSpPr>
            <a:spLocks xmlns:a="http://schemas.openxmlformats.org/drawingml/2006/main" noGrp="1"/>
          </p:cNvSpPr>
          <p:nvPr/>
        </p:nvSpPr>
        <p:spPr>
          <a:xfrm xmlns:a="http://schemas.openxmlformats.org/drawingml/2006/main">
            <a:off x="5829300" y="3105150"/>
            <a:ext cx="19050" cy="224790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0252278-66E2-40F0-A5B5-79157ACFE0B9}"/>
              </a:ext>
            </a:extLst>
          </p:cNvPr>
          <p:cNvSpPr>
            <a:spLocks xmlns:a="http://schemas.openxmlformats.org/drawingml/2006/main" noGrp="1"/>
          </p:cNvSpPr>
          <p:nvPr/>
        </p:nvSpPr>
        <p:spPr>
          <a:xfrm xmlns:a="http://schemas.openxmlformats.org/drawingml/2006/main">
            <a:off x="6324600" y="31051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278C8C"/>
                </a:solidFill>
              </a:defRPr>
            </a:defPPr>
            <a:lvl1pPr algn="l">
              <a:defRPr sz="1125" b="1" i="0">
                <a:solidFill>
                  <a:srgbClr val="278C8C"/>
                </a:solidFill>
              </a:defRPr>
            </a:lvl1pPr>
            <a:lvl2pPr algn="l">
              <a:defRPr sz="1125" b="1" i="0">
                <a:solidFill>
                  <a:srgbClr val="278C8C"/>
                </a:solidFill>
              </a:defRPr>
            </a:lvl2pPr>
            <a:lvl3pPr algn="l">
              <a:defRPr sz="1125" b="1" i="0">
                <a:solidFill>
                  <a:srgbClr val="278C8C"/>
                </a:solidFill>
              </a:defRPr>
            </a:lvl3pPr>
            <a:lvl4pPr algn="l">
              <a:defRPr sz="1125" b="1" i="0">
                <a:solidFill>
                  <a:srgbClr val="278C8C"/>
                </a:solidFill>
              </a:defRPr>
            </a:lvl4pPr>
            <a:lvl5pPr algn="l">
              <a:defRPr sz="1125" b="1" i="0">
                <a:solidFill>
                  <a:srgbClr val="278C8C"/>
                </a:solidFill>
              </a:defRPr>
            </a:lvl5pPr>
            <a:lvl6pPr algn="l">
              <a:defRPr sz="1125" b="1" i="0">
                <a:solidFill>
                  <a:srgbClr val="278C8C"/>
                </a:solidFill>
              </a:defRPr>
            </a:lvl6pPr>
            <a:lvl7pPr algn="l">
              <a:defRPr sz="1125" b="1" i="0">
                <a:solidFill>
                  <a:srgbClr val="278C8C"/>
                </a:solidFill>
              </a:defRPr>
            </a:lvl7pPr>
            <a:lvl8pPr algn="l">
              <a:defRPr sz="1125" b="1" i="0">
                <a:solidFill>
                  <a:srgbClr val="278C8C"/>
                </a:solidFill>
              </a:defRPr>
            </a:lvl8pPr>
            <a:lvl9pPr algn="l">
              <a:defRPr sz="1125" b="1" i="0">
                <a:solidFill>
                  <a:srgbClr val="278C8C"/>
                </a:solidFill>
              </a:defRPr>
            </a:lvl9pPr>
          </a:lstStyle>
          <a:p xmlns:a="http://schemas.openxmlformats.org/drawingml/2006/main">
            <a:pPr algn="l">
              <a:lnSpc>
                <a:spcPct val="105000"/>
              </a:lnSpc>
              <a:buNone/>
              <a:defRPr sz="1125" b="1" i="0">
                <a:solidFill>
                  <a:srgbClr val="278C8C"/>
                </a:solidFill>
              </a:defRPr>
            </a:pPr>
            <a:r>
              <a:rPr sz="1125" b="1" i="0">
                <a:solidFill>
                  <a:srgbClr val="278C8C"/>
                </a:solidFill>
              </a:rPr>
              <a:t>PROJECT RESPONSE</a:t>
            </a:r>
          </a:p>
        </p:txBody>
      </p:sp>
      <p:sp>
        <p:nvSpPr>
          <p:cNvPr id="12" name="">
            <a:extLst xmlns:a="http://schemas.openxmlformats.org/drawingml/2006/main">
              <a:ext uri="{FF2B5EF4-FFF2-40B4-BE49-F238E27FC236}">
                <a16:creationId xmlns:a16="http://schemas.microsoft.com/office/drawing/2014/main" id="{10F5B63B-5ABE-4B2D-BA4E-AA76E19C5A82}"/>
              </a:ext>
            </a:extLst>
          </p:cNvPr>
          <p:cNvSpPr>
            <a:spLocks xmlns:a="http://schemas.openxmlformats.org/drawingml/2006/main" noGrp="1"/>
          </p:cNvSpPr>
          <p:nvPr/>
        </p:nvSpPr>
        <p:spPr>
          <a:xfrm xmlns:a="http://schemas.openxmlformats.org/drawingml/2006/main">
            <a:off x="6324600" y="3448050"/>
            <a:ext cx="4762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i="0">
                <a:solidFill>
                  <a:srgbClr val="263755"/>
                </a:solidFill>
              </a:defRPr>
            </a:defPPr>
            <a:lvl1pPr algn="l">
              <a:defRPr sz="1725" b="0" i="0">
                <a:solidFill>
                  <a:srgbClr val="263755"/>
                </a:solidFill>
              </a:defRPr>
            </a:lvl1pPr>
            <a:lvl2pPr algn="l">
              <a:defRPr sz="1725" b="0" i="0">
                <a:solidFill>
                  <a:srgbClr val="263755"/>
                </a:solidFill>
              </a:defRPr>
            </a:lvl2pPr>
            <a:lvl3pPr algn="l">
              <a:defRPr sz="1725" b="0" i="0">
                <a:solidFill>
                  <a:srgbClr val="263755"/>
                </a:solidFill>
              </a:defRPr>
            </a:lvl3pPr>
            <a:lvl4pPr algn="l">
              <a:defRPr sz="1725" b="0" i="0">
                <a:solidFill>
                  <a:srgbClr val="263755"/>
                </a:solidFill>
              </a:defRPr>
            </a:lvl4pPr>
            <a:lvl5pPr algn="l">
              <a:defRPr sz="1725" b="0" i="0">
                <a:solidFill>
                  <a:srgbClr val="263755"/>
                </a:solidFill>
              </a:defRPr>
            </a:lvl5pPr>
            <a:lvl6pPr algn="l">
              <a:defRPr sz="1725" b="0" i="0">
                <a:solidFill>
                  <a:srgbClr val="263755"/>
                </a:solidFill>
              </a:defRPr>
            </a:lvl6pPr>
            <a:lvl7pPr algn="l">
              <a:defRPr sz="1725" b="0" i="0">
                <a:solidFill>
                  <a:srgbClr val="263755"/>
                </a:solidFill>
              </a:defRPr>
            </a:lvl7pPr>
            <a:lvl8pPr algn="l">
              <a:defRPr sz="1725" b="0" i="0">
                <a:solidFill>
                  <a:srgbClr val="263755"/>
                </a:solidFill>
              </a:defRPr>
            </a:lvl8pPr>
            <a:lvl9pPr algn="l">
              <a:defRPr sz="1725" b="0" i="0">
                <a:solidFill>
                  <a:srgbClr val="263755"/>
                </a:solidFill>
              </a:defRPr>
            </a:lvl9pPr>
          </a:lstStyle>
          <a:p xmlns:a="http://schemas.openxmlformats.org/drawingml/2006/main">
            <a:pPr algn="l">
              <a:lnSpc>
                <a:spcPct val="112000"/>
              </a:lnSpc>
              <a:buNone/>
              <a:defRPr sz="1725" b="0" i="0">
                <a:solidFill>
                  <a:srgbClr val="263755"/>
                </a:solidFill>
              </a:defRPr>
            </a:pPr>
            <a:r>
              <a:rPr sz="1725" b="0" i="0">
                <a:solidFill>
                  <a:srgbClr val="263755"/>
                </a:solidFill>
              </a:rPr>
              <a:t>Build a reproducible pipeline and compare how lexical and semantic retrieval rank the same source passages for the same questions.</a:t>
            </a:r>
          </a:p>
        </p:txBody>
      </p:sp>
      <p:sp>
        <p:nvSpPr>
          <p:cNvPr id="13" name="">
            <a:extLst xmlns:a="http://schemas.openxmlformats.org/drawingml/2006/main">
              <a:ext uri="{FF2B5EF4-FFF2-40B4-BE49-F238E27FC236}">
                <a16:creationId xmlns:a16="http://schemas.microsoft.com/office/drawing/2014/main" id="{6983C0C3-F5EA-4BE5-8CEF-B2E238B60334}"/>
              </a:ext>
            </a:extLst>
          </p:cNvPr>
          <p:cNvSpPr>
            <a:spLocks xmlns:a="http://schemas.openxmlformats.org/drawingml/2006/main" noGrp="1"/>
          </p:cNvSpPr>
          <p:nvPr/>
        </p:nvSpPr>
        <p:spPr>
          <a:xfrm xmlns:a="http://schemas.openxmlformats.org/drawingml/2006/main">
            <a:off x="685800" y="55816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i="0">
                <a:solidFill>
                  <a:srgbClr val="278C8C"/>
                </a:solidFill>
              </a:defRPr>
            </a:defPPr>
            <a:lvl1pPr algn="l">
              <a:defRPr sz="1500" b="1" i="0">
                <a:solidFill>
                  <a:srgbClr val="278C8C"/>
                </a:solidFill>
              </a:defRPr>
            </a:lvl1pPr>
            <a:lvl2pPr algn="l">
              <a:defRPr sz="1500" b="1" i="0">
                <a:solidFill>
                  <a:srgbClr val="278C8C"/>
                </a:solidFill>
              </a:defRPr>
            </a:lvl2pPr>
            <a:lvl3pPr algn="l">
              <a:defRPr sz="1500" b="1" i="0">
                <a:solidFill>
                  <a:srgbClr val="278C8C"/>
                </a:solidFill>
              </a:defRPr>
            </a:lvl3pPr>
            <a:lvl4pPr algn="l">
              <a:defRPr sz="1500" b="1" i="0">
                <a:solidFill>
                  <a:srgbClr val="278C8C"/>
                </a:solidFill>
              </a:defRPr>
            </a:lvl4pPr>
            <a:lvl5pPr algn="l">
              <a:defRPr sz="1500" b="1" i="0">
                <a:solidFill>
                  <a:srgbClr val="278C8C"/>
                </a:solidFill>
              </a:defRPr>
            </a:lvl5pPr>
            <a:lvl6pPr algn="l">
              <a:defRPr sz="1500" b="1" i="0">
                <a:solidFill>
                  <a:srgbClr val="278C8C"/>
                </a:solidFill>
              </a:defRPr>
            </a:lvl6pPr>
            <a:lvl7pPr algn="l">
              <a:defRPr sz="1500" b="1" i="0">
                <a:solidFill>
                  <a:srgbClr val="278C8C"/>
                </a:solidFill>
              </a:defRPr>
            </a:lvl7pPr>
            <a:lvl8pPr algn="l">
              <a:defRPr sz="1500" b="1" i="0">
                <a:solidFill>
                  <a:srgbClr val="278C8C"/>
                </a:solidFill>
              </a:defRPr>
            </a:lvl8pPr>
            <a:lvl9pPr algn="l">
              <a:defRPr sz="1500" b="1" i="0">
                <a:solidFill>
                  <a:srgbClr val="278C8C"/>
                </a:solidFill>
              </a:defRPr>
            </a:lvl9pPr>
          </a:lstStyle>
          <a:p xmlns:a="http://schemas.openxmlformats.org/drawingml/2006/main">
            <a:pPr algn="l">
              <a:lnSpc>
                <a:spcPct val="105000"/>
              </a:lnSpc>
              <a:buNone/>
              <a:defRPr sz="1500" b="1" i="0">
                <a:solidFill>
                  <a:srgbClr val="278C8C"/>
                </a:solidFill>
              </a:defRPr>
            </a:pPr>
            <a:r>
              <a:rPr sz="1500" b="1" i="0">
                <a:solidFill>
                  <a:srgbClr val="278C8C"/>
                </a:solidFill>
              </a:rPr>
              <a:t>Application domain: Hindi/Indic NLP research papers</a:t>
            </a:r>
          </a:p>
        </p:txBody>
      </p:sp>
    </p:spTree>
    <p:extLst>
      <p:ext uri="{BB962C8B-B14F-4D97-AF65-F5344CB8AC3E}">
        <p14:creationId xmlns:p14="http://schemas.microsoft.com/office/powerpoint/2010/main" val="386261173"/>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611A596-3D02-4C1B-B0C9-B3E0C9387F84}"/>
              </a:ext>
            </a:extLst>
          </p:cNvPr>
          <p:cNvSpPr>
            <a:spLocks xmlns:a="http://schemas.openxmlformats.org/drawingml/2006/main" noGrp="1"/>
          </p:cNvSpPr>
          <p:nvPr/>
        </p:nvSpPr>
        <p:spPr>
          <a:xfrm xmlns:a="http://schemas.openxmlformats.org/drawingml/2006/main">
            <a:off x="685800" y="4191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150" b="1" i="0">
                <a:solidFill>
                  <a:srgbClr val="14233F"/>
                </a:solidFill>
              </a:defRPr>
            </a:defPPr>
            <a:lvl1pPr algn="l">
              <a:defRPr sz="3150" b="1" i="0">
                <a:solidFill>
                  <a:srgbClr val="14233F"/>
                </a:solidFill>
              </a:defRPr>
            </a:lvl1pPr>
            <a:lvl2pPr algn="l">
              <a:defRPr sz="3150" b="1" i="0">
                <a:solidFill>
                  <a:srgbClr val="14233F"/>
                </a:solidFill>
              </a:defRPr>
            </a:lvl2pPr>
            <a:lvl3pPr algn="l">
              <a:defRPr sz="3150" b="1" i="0">
                <a:solidFill>
                  <a:srgbClr val="14233F"/>
                </a:solidFill>
              </a:defRPr>
            </a:lvl3pPr>
            <a:lvl4pPr algn="l">
              <a:defRPr sz="3150" b="1" i="0">
                <a:solidFill>
                  <a:srgbClr val="14233F"/>
                </a:solidFill>
              </a:defRPr>
            </a:lvl4pPr>
            <a:lvl5pPr algn="l">
              <a:defRPr sz="3150" b="1" i="0">
                <a:solidFill>
                  <a:srgbClr val="14233F"/>
                </a:solidFill>
              </a:defRPr>
            </a:lvl5pPr>
            <a:lvl6pPr algn="l">
              <a:defRPr sz="3150" b="1" i="0">
                <a:solidFill>
                  <a:srgbClr val="14233F"/>
                </a:solidFill>
              </a:defRPr>
            </a:lvl6pPr>
            <a:lvl7pPr algn="l">
              <a:defRPr sz="3150" b="1" i="0">
                <a:solidFill>
                  <a:srgbClr val="14233F"/>
                </a:solidFill>
              </a:defRPr>
            </a:lvl7pPr>
            <a:lvl8pPr algn="l">
              <a:defRPr sz="3150" b="1" i="0">
                <a:solidFill>
                  <a:srgbClr val="14233F"/>
                </a:solidFill>
              </a:defRPr>
            </a:lvl8pPr>
            <a:lvl9pPr algn="l">
              <a:defRPr sz="3150" b="1" i="0">
                <a:solidFill>
                  <a:srgbClr val="14233F"/>
                </a:solidFill>
              </a:defRPr>
            </a:lvl9pPr>
          </a:lstStyle>
          <a:p xmlns:a="http://schemas.openxmlformats.org/drawingml/2006/main">
            <a:pPr algn="l">
              <a:lnSpc>
                <a:spcPct val="105000"/>
              </a:lnSpc>
              <a:buNone/>
              <a:defRPr sz="3150" b="1" i="0">
                <a:solidFill>
                  <a:srgbClr val="14233F"/>
                </a:solidFill>
              </a:defRPr>
            </a:pPr>
            <a:r>
              <a:rPr sz="3150" b="1" i="0">
                <a:solidFill>
                  <a:srgbClr val="14233F"/>
                </a:solidFill>
              </a:rPr>
              <a:t>Project objectives and research questions</a:t>
            </a:r>
          </a:p>
        </p:txBody>
      </p:sp>
      <p:sp>
        <p:nvSpPr>
          <p:cNvPr id="2" name="">
            <a:extLst xmlns:a="http://schemas.openxmlformats.org/drawingml/2006/main">
              <a:ext uri="{FF2B5EF4-FFF2-40B4-BE49-F238E27FC236}">
                <a16:creationId xmlns:a16="http://schemas.microsoft.com/office/drawing/2014/main" id="{D482D3E6-AA75-422E-AA82-DCC892D2B9FC}"/>
              </a:ext>
            </a:extLst>
          </p:cNvPr>
          <p:cNvSpPr>
            <a:spLocks xmlns:a="http://schemas.openxmlformats.org/drawingml/2006/main" noGrp="1"/>
          </p:cNvSpPr>
          <p:nvPr/>
        </p:nvSpPr>
        <p:spPr>
          <a:xfrm xmlns:a="http://schemas.openxmlformats.org/drawingml/2006/main">
            <a:off x="685800" y="1162050"/>
            <a:ext cx="108204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4C749EC-E8F1-4240-A9B6-847DCFA6B594}"/>
              </a:ext>
            </a:extLst>
          </p:cNvPr>
          <p:cNvSpPr>
            <a:spLocks xmlns:a="http://schemas.openxmlformats.org/drawingml/2006/main" noGrp="1"/>
          </p:cNvSpPr>
          <p:nvPr/>
        </p:nvSpPr>
        <p:spPr>
          <a:xfrm xmlns:a="http://schemas.openxmlformats.org/drawingml/2006/main">
            <a:off x="685800" y="1162050"/>
            <a:ext cx="742950" cy="28575"/>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77012C1-4AF2-4B65-9809-4BC705FDF741}"/>
              </a:ext>
            </a:extLst>
          </p:cNvPr>
          <p:cNvSpPr>
            <a:spLocks xmlns:a="http://schemas.openxmlformats.org/drawingml/2006/main" noGrp="1"/>
          </p:cNvSpPr>
          <p:nvPr/>
        </p:nvSpPr>
        <p:spPr>
          <a:xfrm xmlns:a="http://schemas.openxmlformats.org/drawingml/2006/main">
            <a:off x="685800" y="6457950"/>
            <a:ext cx="609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i="0">
                <a:solidFill>
                  <a:srgbClr val="65728A"/>
                </a:solidFill>
              </a:defRPr>
            </a:defPPr>
            <a:lvl1pPr algn="l">
              <a:defRPr sz="1050" b="1" i="0">
                <a:solidFill>
                  <a:srgbClr val="65728A"/>
                </a:solidFill>
              </a:defRPr>
            </a:lvl1pPr>
            <a:lvl2pPr algn="l">
              <a:defRPr sz="1050" b="1" i="0">
                <a:solidFill>
                  <a:srgbClr val="65728A"/>
                </a:solidFill>
              </a:defRPr>
            </a:lvl2pPr>
            <a:lvl3pPr algn="l">
              <a:defRPr sz="1050" b="1" i="0">
                <a:solidFill>
                  <a:srgbClr val="65728A"/>
                </a:solidFill>
              </a:defRPr>
            </a:lvl3pPr>
            <a:lvl4pPr algn="l">
              <a:defRPr sz="1050" b="1" i="0">
                <a:solidFill>
                  <a:srgbClr val="65728A"/>
                </a:solidFill>
              </a:defRPr>
            </a:lvl4pPr>
            <a:lvl5pPr algn="l">
              <a:defRPr sz="1050" b="1" i="0">
                <a:solidFill>
                  <a:srgbClr val="65728A"/>
                </a:solidFill>
              </a:defRPr>
            </a:lvl5pPr>
            <a:lvl6pPr algn="l">
              <a:defRPr sz="1050" b="1" i="0">
                <a:solidFill>
                  <a:srgbClr val="65728A"/>
                </a:solidFill>
              </a:defRPr>
            </a:lvl6pPr>
            <a:lvl7pPr algn="l">
              <a:defRPr sz="1050" b="1" i="0">
                <a:solidFill>
                  <a:srgbClr val="65728A"/>
                </a:solidFill>
              </a:defRPr>
            </a:lvl7pPr>
            <a:lvl8pPr algn="l">
              <a:defRPr sz="1050" b="1" i="0">
                <a:solidFill>
                  <a:srgbClr val="65728A"/>
                </a:solidFill>
              </a:defRPr>
            </a:lvl8pPr>
            <a:lvl9pPr algn="l">
              <a:defRPr sz="1050" b="1" i="0">
                <a:solidFill>
                  <a:srgbClr val="65728A"/>
                </a:solidFill>
              </a:defRPr>
            </a:lvl9pPr>
          </a:lstStyle>
          <a:p xmlns:a="http://schemas.openxmlformats.org/drawingml/2006/main">
            <a:pPr algn="l">
              <a:lnSpc>
                <a:spcPct val="105000"/>
              </a:lnSpc>
              <a:buNone/>
              <a:defRPr sz="1050" b="1" i="0">
                <a:solidFill>
                  <a:srgbClr val="65728A"/>
                </a:solidFill>
              </a:defRPr>
            </a:pPr>
            <a:r>
              <a:rPr sz="1050" b="1" i="0">
                <a:solidFill>
                  <a:srgbClr val="65728A"/>
                </a:solidFill>
              </a:rPr>
              <a:t>RAG RETRIEVAL BENCHMARK</a:t>
            </a:r>
          </a:p>
        </p:txBody>
      </p:sp>
      <p:sp>
        <p:nvSpPr>
          <p:cNvPr id="5" name="">
            <a:extLst xmlns:a="http://schemas.openxmlformats.org/drawingml/2006/main">
              <a:ext uri="{FF2B5EF4-FFF2-40B4-BE49-F238E27FC236}">
                <a16:creationId xmlns:a16="http://schemas.microsoft.com/office/drawing/2014/main" id="{C49DC170-0FD2-4784-AD01-3E4A48E6F7BD}"/>
              </a:ext>
            </a:extLst>
          </p:cNvPr>
          <p:cNvSpPr>
            <a:spLocks xmlns:a="http://schemas.openxmlformats.org/drawingml/2006/main" noGrp="1"/>
          </p:cNvSpPr>
          <p:nvPr/>
        </p:nvSpPr>
        <p:spPr>
          <a:xfrm xmlns:a="http://schemas.openxmlformats.org/drawingml/2006/main">
            <a:off x="10953750" y="64198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i="0">
                <a:solidFill>
                  <a:srgbClr val="65728A"/>
                </a:solidFill>
              </a:defRPr>
            </a:defPPr>
            <a:lvl1pPr algn="r">
              <a:defRPr sz="1200" b="1" i="0">
                <a:solidFill>
                  <a:srgbClr val="65728A"/>
                </a:solidFill>
              </a:defRPr>
            </a:lvl1pPr>
            <a:lvl2pPr algn="r">
              <a:defRPr sz="1200" b="1" i="0">
                <a:solidFill>
                  <a:srgbClr val="65728A"/>
                </a:solidFill>
              </a:defRPr>
            </a:lvl2pPr>
            <a:lvl3pPr algn="r">
              <a:defRPr sz="1200" b="1" i="0">
                <a:solidFill>
                  <a:srgbClr val="65728A"/>
                </a:solidFill>
              </a:defRPr>
            </a:lvl3pPr>
            <a:lvl4pPr algn="r">
              <a:defRPr sz="1200" b="1" i="0">
                <a:solidFill>
                  <a:srgbClr val="65728A"/>
                </a:solidFill>
              </a:defRPr>
            </a:lvl4pPr>
            <a:lvl5pPr algn="r">
              <a:defRPr sz="1200" b="1" i="0">
                <a:solidFill>
                  <a:srgbClr val="65728A"/>
                </a:solidFill>
              </a:defRPr>
            </a:lvl5pPr>
            <a:lvl6pPr algn="r">
              <a:defRPr sz="1200" b="1" i="0">
                <a:solidFill>
                  <a:srgbClr val="65728A"/>
                </a:solidFill>
              </a:defRPr>
            </a:lvl6pPr>
            <a:lvl7pPr algn="r">
              <a:defRPr sz="1200" b="1" i="0">
                <a:solidFill>
                  <a:srgbClr val="65728A"/>
                </a:solidFill>
              </a:defRPr>
            </a:lvl7pPr>
            <a:lvl8pPr algn="r">
              <a:defRPr sz="1200" b="1" i="0">
                <a:solidFill>
                  <a:srgbClr val="65728A"/>
                </a:solidFill>
              </a:defRPr>
            </a:lvl8pPr>
            <a:lvl9pPr algn="r">
              <a:defRPr sz="1200" b="1" i="0">
                <a:solidFill>
                  <a:srgbClr val="65728A"/>
                </a:solidFill>
              </a:defRPr>
            </a:lvl9pPr>
          </a:lstStyle>
          <a:p xmlns:a="http://schemas.openxmlformats.org/drawingml/2006/main">
            <a:pPr algn="r">
              <a:lnSpc>
                <a:spcPct val="105000"/>
              </a:lnSpc>
              <a:buNone/>
              <a:defRPr sz="1200" b="1" i="0">
                <a:solidFill>
                  <a:srgbClr val="65728A"/>
                </a:solidFill>
              </a:defRPr>
            </a:pPr>
            <a:r>
              <a:rPr sz="1200" b="1" i="0">
                <a:solidFill>
                  <a:srgbClr val="65728A"/>
                </a:solidFill>
              </a:rPr>
              <a:t>03</a:t>
            </a:r>
          </a:p>
        </p:txBody>
      </p:sp>
      <p:sp>
        <p:nvSpPr>
          <p:cNvPr id="6" name="">
            <a:extLst xmlns:a="http://schemas.openxmlformats.org/drawingml/2006/main">
              <a:ext uri="{FF2B5EF4-FFF2-40B4-BE49-F238E27FC236}">
                <a16:creationId xmlns:a16="http://schemas.microsoft.com/office/drawing/2014/main" id="{C0A18AD2-9A3C-4ED1-B9F4-6220B8C3A907}"/>
              </a:ext>
            </a:extLst>
          </p:cNvPr>
          <p:cNvSpPr>
            <a:spLocks xmlns:a="http://schemas.openxmlformats.org/drawingml/2006/main" noGrp="1"/>
          </p:cNvSpPr>
          <p:nvPr/>
        </p:nvSpPr>
        <p:spPr>
          <a:xfrm xmlns:a="http://schemas.openxmlformats.org/drawingml/2006/main">
            <a:off x="685800" y="15049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i="0">
                <a:solidFill>
                  <a:srgbClr val="263755"/>
                </a:solidFill>
              </a:defRPr>
            </a:defPPr>
            <a:lvl1pPr algn="l">
              <a:defRPr sz="1875" b="0" i="0">
                <a:solidFill>
                  <a:srgbClr val="263755"/>
                </a:solidFill>
              </a:defRPr>
            </a:lvl1pPr>
            <a:lvl2pPr algn="l">
              <a:defRPr sz="1875" b="0" i="0">
                <a:solidFill>
                  <a:srgbClr val="263755"/>
                </a:solidFill>
              </a:defRPr>
            </a:lvl2pPr>
            <a:lvl3pPr algn="l">
              <a:defRPr sz="1875" b="0" i="0">
                <a:solidFill>
                  <a:srgbClr val="263755"/>
                </a:solidFill>
              </a:defRPr>
            </a:lvl3pPr>
            <a:lvl4pPr algn="l">
              <a:defRPr sz="1875" b="0" i="0">
                <a:solidFill>
                  <a:srgbClr val="263755"/>
                </a:solidFill>
              </a:defRPr>
            </a:lvl4pPr>
            <a:lvl5pPr algn="l">
              <a:defRPr sz="1875" b="0" i="0">
                <a:solidFill>
                  <a:srgbClr val="263755"/>
                </a:solidFill>
              </a:defRPr>
            </a:lvl5pPr>
            <a:lvl6pPr algn="l">
              <a:defRPr sz="1875" b="0" i="0">
                <a:solidFill>
                  <a:srgbClr val="263755"/>
                </a:solidFill>
              </a:defRPr>
            </a:lvl6pPr>
            <a:lvl7pPr algn="l">
              <a:defRPr sz="1875" b="0" i="0">
                <a:solidFill>
                  <a:srgbClr val="263755"/>
                </a:solidFill>
              </a:defRPr>
            </a:lvl7pPr>
            <a:lvl8pPr algn="l">
              <a:defRPr sz="1875" b="0" i="0">
                <a:solidFill>
                  <a:srgbClr val="263755"/>
                </a:solidFill>
              </a:defRPr>
            </a:lvl8pPr>
            <a:lvl9pPr algn="l">
              <a:defRPr sz="1875" b="0" i="0">
                <a:solidFill>
                  <a:srgbClr val="263755"/>
                </a:solidFill>
              </a:defRPr>
            </a:lvl9pPr>
          </a:lstStyle>
          <a:p xmlns:a="http://schemas.openxmlformats.org/drawingml/2006/main">
            <a:pPr algn="l">
              <a:lnSpc>
                <a:spcPct val="105000"/>
              </a:lnSpc>
              <a:buNone/>
              <a:defRPr sz="1875" b="0" i="0">
                <a:solidFill>
                  <a:srgbClr val="263755"/>
                </a:solidFill>
              </a:defRPr>
            </a:pPr>
            <a:r>
              <a:rPr sz="1875" b="0" i="0">
                <a:solidFill>
                  <a:srgbClr val="263755"/>
                </a:solidFill>
              </a:rPr>
              <a:t>The project asks which retrieval approach works best under a shared, inspectable evaluation setup.</a:t>
            </a:r>
          </a:p>
        </p:txBody>
      </p:sp>
      <p:sp>
        <p:nvSpPr>
          <p:cNvPr id="7" name="">
            <a:extLst xmlns:a="http://schemas.openxmlformats.org/drawingml/2006/main">
              <a:ext uri="{FF2B5EF4-FFF2-40B4-BE49-F238E27FC236}">
                <a16:creationId xmlns:a16="http://schemas.microsoft.com/office/drawing/2014/main" id="{15D2B6C8-D3AC-4E1F-A8C5-4B87C98A72FD}"/>
              </a:ext>
            </a:extLst>
          </p:cNvPr>
          <p:cNvSpPr>
            <a:spLocks xmlns:a="http://schemas.openxmlformats.org/drawingml/2006/main" noGrp="1"/>
          </p:cNvSpPr>
          <p:nvPr/>
        </p:nvSpPr>
        <p:spPr>
          <a:xfrm xmlns:a="http://schemas.openxmlformats.org/drawingml/2006/main">
            <a:off x="876300" y="24003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i="0">
                <a:solidFill>
                  <a:srgbClr val="278C8C"/>
                </a:solidFill>
              </a:defRPr>
            </a:defPPr>
            <a:lvl1pPr algn="l">
              <a:defRPr sz="2700" b="1" i="0">
                <a:solidFill>
                  <a:srgbClr val="278C8C"/>
                </a:solidFill>
              </a:defRPr>
            </a:lvl1pPr>
            <a:lvl2pPr algn="l">
              <a:defRPr sz="2700" b="1" i="0">
                <a:solidFill>
                  <a:srgbClr val="278C8C"/>
                </a:solidFill>
              </a:defRPr>
            </a:lvl2pPr>
            <a:lvl3pPr algn="l">
              <a:defRPr sz="2700" b="1" i="0">
                <a:solidFill>
                  <a:srgbClr val="278C8C"/>
                </a:solidFill>
              </a:defRPr>
            </a:lvl3pPr>
            <a:lvl4pPr algn="l">
              <a:defRPr sz="2700" b="1" i="0">
                <a:solidFill>
                  <a:srgbClr val="278C8C"/>
                </a:solidFill>
              </a:defRPr>
            </a:lvl4pPr>
            <a:lvl5pPr algn="l">
              <a:defRPr sz="2700" b="1" i="0">
                <a:solidFill>
                  <a:srgbClr val="278C8C"/>
                </a:solidFill>
              </a:defRPr>
            </a:lvl5pPr>
            <a:lvl6pPr algn="l">
              <a:defRPr sz="2700" b="1" i="0">
                <a:solidFill>
                  <a:srgbClr val="278C8C"/>
                </a:solidFill>
              </a:defRPr>
            </a:lvl6pPr>
            <a:lvl7pPr algn="l">
              <a:defRPr sz="2700" b="1" i="0">
                <a:solidFill>
                  <a:srgbClr val="278C8C"/>
                </a:solidFill>
              </a:defRPr>
            </a:lvl7pPr>
            <a:lvl8pPr algn="l">
              <a:defRPr sz="2700" b="1" i="0">
                <a:solidFill>
                  <a:srgbClr val="278C8C"/>
                </a:solidFill>
              </a:defRPr>
            </a:lvl8pPr>
            <a:lvl9pPr algn="l">
              <a:defRPr sz="2700" b="1" i="0">
                <a:solidFill>
                  <a:srgbClr val="278C8C"/>
                </a:solidFill>
              </a:defRPr>
            </a:lvl9pPr>
          </a:lstStyle>
          <a:p xmlns:a="http://schemas.openxmlformats.org/drawingml/2006/main">
            <a:pPr algn="l">
              <a:lnSpc>
                <a:spcPct val="105000"/>
              </a:lnSpc>
              <a:buNone/>
              <a:defRPr sz="2700" b="1" i="0">
                <a:solidFill>
                  <a:srgbClr val="278C8C"/>
                </a:solidFill>
              </a:defRPr>
            </a:pPr>
            <a:r>
              <a:rPr sz="2700" b="1" i="0">
                <a:solidFill>
                  <a:srgbClr val="278C8C"/>
                </a:solidFill>
              </a:rPr>
              <a:t>01</a:t>
            </a:r>
          </a:p>
        </p:txBody>
      </p:sp>
      <p:sp>
        <p:nvSpPr>
          <p:cNvPr id="8" name="">
            <a:extLst xmlns:a="http://schemas.openxmlformats.org/drawingml/2006/main">
              <a:ext uri="{FF2B5EF4-FFF2-40B4-BE49-F238E27FC236}">
                <a16:creationId xmlns:a16="http://schemas.microsoft.com/office/drawing/2014/main" id="{DB944525-E0BF-4BCF-B21D-F93559817B7E}"/>
              </a:ext>
            </a:extLst>
          </p:cNvPr>
          <p:cNvSpPr>
            <a:spLocks xmlns:a="http://schemas.openxmlformats.org/drawingml/2006/main" noGrp="1"/>
          </p:cNvSpPr>
          <p:nvPr/>
        </p:nvSpPr>
        <p:spPr>
          <a:xfrm xmlns:a="http://schemas.openxmlformats.org/drawingml/2006/main">
            <a:off x="1524000" y="2409825"/>
            <a:ext cx="897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14233F"/>
                </a:solidFill>
              </a:defRPr>
            </a:defPPr>
            <a:lvl1pPr algn="l">
              <a:defRPr sz="1800" b="1" i="0">
                <a:solidFill>
                  <a:srgbClr val="14233F"/>
                </a:solidFill>
              </a:defRPr>
            </a:lvl1pPr>
            <a:lvl2pPr algn="l">
              <a:defRPr sz="1800" b="1" i="0">
                <a:solidFill>
                  <a:srgbClr val="14233F"/>
                </a:solidFill>
              </a:defRPr>
            </a:lvl2pPr>
            <a:lvl3pPr algn="l">
              <a:defRPr sz="1800" b="1" i="0">
                <a:solidFill>
                  <a:srgbClr val="14233F"/>
                </a:solidFill>
              </a:defRPr>
            </a:lvl3pPr>
            <a:lvl4pPr algn="l">
              <a:defRPr sz="1800" b="1" i="0">
                <a:solidFill>
                  <a:srgbClr val="14233F"/>
                </a:solidFill>
              </a:defRPr>
            </a:lvl4pPr>
            <a:lvl5pPr algn="l">
              <a:defRPr sz="1800" b="1" i="0">
                <a:solidFill>
                  <a:srgbClr val="14233F"/>
                </a:solidFill>
              </a:defRPr>
            </a:lvl5pPr>
            <a:lvl6pPr algn="l">
              <a:defRPr sz="1800" b="1" i="0">
                <a:solidFill>
                  <a:srgbClr val="14233F"/>
                </a:solidFill>
              </a:defRPr>
            </a:lvl6pPr>
            <a:lvl7pPr algn="l">
              <a:defRPr sz="1800" b="1" i="0">
                <a:solidFill>
                  <a:srgbClr val="14233F"/>
                </a:solidFill>
              </a:defRPr>
            </a:lvl7pPr>
            <a:lvl8pPr algn="l">
              <a:defRPr sz="1800" b="1" i="0">
                <a:solidFill>
                  <a:srgbClr val="14233F"/>
                </a:solidFill>
              </a:defRPr>
            </a:lvl8pPr>
            <a:lvl9pPr algn="l">
              <a:defRPr sz="1800" b="1" i="0">
                <a:solidFill>
                  <a:srgbClr val="14233F"/>
                </a:solidFill>
              </a:defRPr>
            </a:lvl9pPr>
          </a:lstStyle>
          <a:p xmlns:a="http://schemas.openxmlformats.org/drawingml/2006/main">
            <a:pPr algn="l">
              <a:lnSpc>
                <a:spcPct val="105000"/>
              </a:lnSpc>
              <a:buNone/>
              <a:defRPr sz="1800" b="1" i="0">
                <a:solidFill>
                  <a:srgbClr val="14233F"/>
                </a:solidFill>
              </a:defRPr>
            </a:pPr>
            <a:r>
              <a:rPr sz="1800" b="1" i="0">
                <a:solidFill>
                  <a:srgbClr val="14233F"/>
                </a:solidFill>
              </a:rPr>
              <a:t>Compare retrieval strategies</a:t>
            </a:r>
          </a:p>
        </p:txBody>
      </p:sp>
      <p:sp>
        <p:nvSpPr>
          <p:cNvPr id="9" name="">
            <a:extLst xmlns:a="http://schemas.openxmlformats.org/drawingml/2006/main">
              <a:ext uri="{FF2B5EF4-FFF2-40B4-BE49-F238E27FC236}">
                <a16:creationId xmlns:a16="http://schemas.microsoft.com/office/drawing/2014/main" id="{5EF18D10-EED3-4E2A-BF7B-03B258FD2E69}"/>
              </a:ext>
            </a:extLst>
          </p:cNvPr>
          <p:cNvSpPr>
            <a:spLocks xmlns:a="http://schemas.openxmlformats.org/drawingml/2006/main" noGrp="1"/>
          </p:cNvSpPr>
          <p:nvPr/>
        </p:nvSpPr>
        <p:spPr>
          <a:xfrm xmlns:a="http://schemas.openxmlformats.org/drawingml/2006/main">
            <a:off x="1524000" y="2771775"/>
            <a:ext cx="8972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i="0">
                <a:solidFill>
                  <a:srgbClr val="65728A"/>
                </a:solidFill>
              </a:defRPr>
            </a:defPPr>
            <a:lvl1pPr algn="l">
              <a:defRPr sz="1500" b="0" i="0">
                <a:solidFill>
                  <a:srgbClr val="65728A"/>
                </a:solidFill>
              </a:defRPr>
            </a:lvl1pPr>
            <a:lvl2pPr algn="l">
              <a:defRPr sz="1500" b="0" i="0">
                <a:solidFill>
                  <a:srgbClr val="65728A"/>
                </a:solidFill>
              </a:defRPr>
            </a:lvl2pPr>
            <a:lvl3pPr algn="l">
              <a:defRPr sz="1500" b="0" i="0">
                <a:solidFill>
                  <a:srgbClr val="65728A"/>
                </a:solidFill>
              </a:defRPr>
            </a:lvl3pPr>
            <a:lvl4pPr algn="l">
              <a:defRPr sz="1500" b="0" i="0">
                <a:solidFill>
                  <a:srgbClr val="65728A"/>
                </a:solidFill>
              </a:defRPr>
            </a:lvl4pPr>
            <a:lvl5pPr algn="l">
              <a:defRPr sz="1500" b="0" i="0">
                <a:solidFill>
                  <a:srgbClr val="65728A"/>
                </a:solidFill>
              </a:defRPr>
            </a:lvl5pPr>
            <a:lvl6pPr algn="l">
              <a:defRPr sz="1500" b="0" i="0">
                <a:solidFill>
                  <a:srgbClr val="65728A"/>
                </a:solidFill>
              </a:defRPr>
            </a:lvl6pPr>
            <a:lvl7pPr algn="l">
              <a:defRPr sz="1500" b="0" i="0">
                <a:solidFill>
                  <a:srgbClr val="65728A"/>
                </a:solidFill>
              </a:defRPr>
            </a:lvl7pPr>
            <a:lvl8pPr algn="l">
              <a:defRPr sz="1500" b="0" i="0">
                <a:solidFill>
                  <a:srgbClr val="65728A"/>
                </a:solidFill>
              </a:defRPr>
            </a:lvl8pPr>
            <a:lvl9pPr algn="l">
              <a:defRPr sz="1500" b="0" i="0">
                <a:solidFill>
                  <a:srgbClr val="65728A"/>
                </a:solidFill>
              </a:defRPr>
            </a:lvl9pPr>
          </a:lstStyle>
          <a:p xmlns:a="http://schemas.openxmlformats.org/drawingml/2006/main">
            <a:pPr algn="l">
              <a:lnSpc>
                <a:spcPct val="108000"/>
              </a:lnSpc>
              <a:buNone/>
              <a:defRPr sz="1500" b="0" i="0">
                <a:solidFill>
                  <a:srgbClr val="65728A"/>
                </a:solidFill>
              </a:defRPr>
            </a:pPr>
            <a:r>
              <a:rPr sz="1500" b="0" i="0">
                <a:solidFill>
                  <a:srgbClr val="65728A"/>
                </a:solidFill>
              </a:rPr>
              <a:t>Dense multilingual search, BM25 lexical search and reciprocal-rank hybrid retrieval.</a:t>
            </a:r>
          </a:p>
        </p:txBody>
      </p:sp>
      <p:sp>
        <p:nvSpPr>
          <p:cNvPr id="10" name="">
            <a:extLst xmlns:a="http://schemas.openxmlformats.org/drawingml/2006/main">
              <a:ext uri="{FF2B5EF4-FFF2-40B4-BE49-F238E27FC236}">
                <a16:creationId xmlns:a16="http://schemas.microsoft.com/office/drawing/2014/main" id="{070CAFFC-BA7A-42E3-9644-B2EBC4286EE3}"/>
              </a:ext>
            </a:extLst>
          </p:cNvPr>
          <p:cNvSpPr>
            <a:spLocks xmlns:a="http://schemas.openxmlformats.org/drawingml/2006/main" noGrp="1"/>
          </p:cNvSpPr>
          <p:nvPr/>
        </p:nvSpPr>
        <p:spPr>
          <a:xfrm xmlns:a="http://schemas.openxmlformats.org/drawingml/2006/main">
            <a:off x="1524000" y="3524250"/>
            <a:ext cx="904875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EB192DF-841C-4B0E-BD9F-B5532B25BEFF}"/>
              </a:ext>
            </a:extLst>
          </p:cNvPr>
          <p:cNvSpPr>
            <a:spLocks xmlns:a="http://schemas.openxmlformats.org/drawingml/2006/main" noGrp="1"/>
          </p:cNvSpPr>
          <p:nvPr/>
        </p:nvSpPr>
        <p:spPr>
          <a:xfrm xmlns:a="http://schemas.openxmlformats.org/drawingml/2006/main">
            <a:off x="876300" y="379095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i="0">
                <a:solidFill>
                  <a:srgbClr val="D89A35"/>
                </a:solidFill>
              </a:defRPr>
            </a:defPPr>
            <a:lvl1pPr algn="l">
              <a:defRPr sz="2700" b="1" i="0">
                <a:solidFill>
                  <a:srgbClr val="D89A35"/>
                </a:solidFill>
              </a:defRPr>
            </a:lvl1pPr>
            <a:lvl2pPr algn="l">
              <a:defRPr sz="2700" b="1" i="0">
                <a:solidFill>
                  <a:srgbClr val="D89A35"/>
                </a:solidFill>
              </a:defRPr>
            </a:lvl2pPr>
            <a:lvl3pPr algn="l">
              <a:defRPr sz="2700" b="1" i="0">
                <a:solidFill>
                  <a:srgbClr val="D89A35"/>
                </a:solidFill>
              </a:defRPr>
            </a:lvl3pPr>
            <a:lvl4pPr algn="l">
              <a:defRPr sz="2700" b="1" i="0">
                <a:solidFill>
                  <a:srgbClr val="D89A35"/>
                </a:solidFill>
              </a:defRPr>
            </a:lvl4pPr>
            <a:lvl5pPr algn="l">
              <a:defRPr sz="2700" b="1" i="0">
                <a:solidFill>
                  <a:srgbClr val="D89A35"/>
                </a:solidFill>
              </a:defRPr>
            </a:lvl5pPr>
            <a:lvl6pPr algn="l">
              <a:defRPr sz="2700" b="1" i="0">
                <a:solidFill>
                  <a:srgbClr val="D89A35"/>
                </a:solidFill>
              </a:defRPr>
            </a:lvl6pPr>
            <a:lvl7pPr algn="l">
              <a:defRPr sz="2700" b="1" i="0">
                <a:solidFill>
                  <a:srgbClr val="D89A35"/>
                </a:solidFill>
              </a:defRPr>
            </a:lvl7pPr>
            <a:lvl8pPr algn="l">
              <a:defRPr sz="2700" b="1" i="0">
                <a:solidFill>
                  <a:srgbClr val="D89A35"/>
                </a:solidFill>
              </a:defRPr>
            </a:lvl8pPr>
            <a:lvl9pPr algn="l">
              <a:defRPr sz="2700" b="1" i="0">
                <a:solidFill>
                  <a:srgbClr val="D89A35"/>
                </a:solidFill>
              </a:defRPr>
            </a:lvl9pPr>
          </a:lstStyle>
          <a:p xmlns:a="http://schemas.openxmlformats.org/drawingml/2006/main">
            <a:pPr algn="l">
              <a:lnSpc>
                <a:spcPct val="105000"/>
              </a:lnSpc>
              <a:buNone/>
              <a:defRPr sz="2700" b="1" i="0">
                <a:solidFill>
                  <a:srgbClr val="D89A35"/>
                </a:solidFill>
              </a:defRPr>
            </a:pPr>
            <a:r>
              <a:rPr sz="2700" b="1" i="0">
                <a:solidFill>
                  <a:srgbClr val="D89A35"/>
                </a:solidFill>
              </a:rPr>
              <a:t>02</a:t>
            </a:r>
          </a:p>
        </p:txBody>
      </p:sp>
      <p:sp>
        <p:nvSpPr>
          <p:cNvPr id="12" name="">
            <a:extLst xmlns:a="http://schemas.openxmlformats.org/drawingml/2006/main">
              <a:ext uri="{FF2B5EF4-FFF2-40B4-BE49-F238E27FC236}">
                <a16:creationId xmlns:a16="http://schemas.microsoft.com/office/drawing/2014/main" id="{731CE459-A0EC-4C12-B4A8-4D23D428F290}"/>
              </a:ext>
            </a:extLst>
          </p:cNvPr>
          <p:cNvSpPr>
            <a:spLocks xmlns:a="http://schemas.openxmlformats.org/drawingml/2006/main" noGrp="1"/>
          </p:cNvSpPr>
          <p:nvPr/>
        </p:nvSpPr>
        <p:spPr>
          <a:xfrm xmlns:a="http://schemas.openxmlformats.org/drawingml/2006/main">
            <a:off x="1524000" y="3800475"/>
            <a:ext cx="897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14233F"/>
                </a:solidFill>
              </a:defRPr>
            </a:defPPr>
            <a:lvl1pPr algn="l">
              <a:defRPr sz="1800" b="1" i="0">
                <a:solidFill>
                  <a:srgbClr val="14233F"/>
                </a:solidFill>
              </a:defRPr>
            </a:lvl1pPr>
            <a:lvl2pPr algn="l">
              <a:defRPr sz="1800" b="1" i="0">
                <a:solidFill>
                  <a:srgbClr val="14233F"/>
                </a:solidFill>
              </a:defRPr>
            </a:lvl2pPr>
            <a:lvl3pPr algn="l">
              <a:defRPr sz="1800" b="1" i="0">
                <a:solidFill>
                  <a:srgbClr val="14233F"/>
                </a:solidFill>
              </a:defRPr>
            </a:lvl3pPr>
            <a:lvl4pPr algn="l">
              <a:defRPr sz="1800" b="1" i="0">
                <a:solidFill>
                  <a:srgbClr val="14233F"/>
                </a:solidFill>
              </a:defRPr>
            </a:lvl4pPr>
            <a:lvl5pPr algn="l">
              <a:defRPr sz="1800" b="1" i="0">
                <a:solidFill>
                  <a:srgbClr val="14233F"/>
                </a:solidFill>
              </a:defRPr>
            </a:lvl5pPr>
            <a:lvl6pPr algn="l">
              <a:defRPr sz="1800" b="1" i="0">
                <a:solidFill>
                  <a:srgbClr val="14233F"/>
                </a:solidFill>
              </a:defRPr>
            </a:lvl6pPr>
            <a:lvl7pPr algn="l">
              <a:defRPr sz="1800" b="1" i="0">
                <a:solidFill>
                  <a:srgbClr val="14233F"/>
                </a:solidFill>
              </a:defRPr>
            </a:lvl7pPr>
            <a:lvl8pPr algn="l">
              <a:defRPr sz="1800" b="1" i="0">
                <a:solidFill>
                  <a:srgbClr val="14233F"/>
                </a:solidFill>
              </a:defRPr>
            </a:lvl8pPr>
            <a:lvl9pPr algn="l">
              <a:defRPr sz="1800" b="1" i="0">
                <a:solidFill>
                  <a:srgbClr val="14233F"/>
                </a:solidFill>
              </a:defRPr>
            </a:lvl9pPr>
          </a:lstStyle>
          <a:p xmlns:a="http://schemas.openxmlformats.org/drawingml/2006/main">
            <a:pPr algn="l">
              <a:lnSpc>
                <a:spcPct val="105000"/>
              </a:lnSpc>
              <a:buNone/>
              <a:defRPr sz="1800" b="1" i="0">
                <a:solidFill>
                  <a:srgbClr val="14233F"/>
                </a:solidFill>
              </a:defRPr>
            </a:pPr>
            <a:r>
              <a:rPr sz="1800" b="1" i="0">
                <a:solidFill>
                  <a:srgbClr val="14233F"/>
                </a:solidFill>
              </a:rPr>
              <a:t>Measure ranking quality</a:t>
            </a:r>
          </a:p>
        </p:txBody>
      </p:sp>
      <p:sp>
        <p:nvSpPr>
          <p:cNvPr id="13" name="">
            <a:extLst xmlns:a="http://schemas.openxmlformats.org/drawingml/2006/main">
              <a:ext uri="{FF2B5EF4-FFF2-40B4-BE49-F238E27FC236}">
                <a16:creationId xmlns:a16="http://schemas.microsoft.com/office/drawing/2014/main" id="{56272C76-AF28-4699-B25D-BB1FE44A1C0A}"/>
              </a:ext>
            </a:extLst>
          </p:cNvPr>
          <p:cNvSpPr>
            <a:spLocks xmlns:a="http://schemas.openxmlformats.org/drawingml/2006/main" noGrp="1"/>
          </p:cNvSpPr>
          <p:nvPr/>
        </p:nvSpPr>
        <p:spPr>
          <a:xfrm xmlns:a="http://schemas.openxmlformats.org/drawingml/2006/main">
            <a:off x="1524000" y="4162425"/>
            <a:ext cx="8972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i="0">
                <a:solidFill>
                  <a:srgbClr val="65728A"/>
                </a:solidFill>
              </a:defRPr>
            </a:defPPr>
            <a:lvl1pPr algn="l">
              <a:defRPr sz="1500" b="0" i="0">
                <a:solidFill>
                  <a:srgbClr val="65728A"/>
                </a:solidFill>
              </a:defRPr>
            </a:lvl1pPr>
            <a:lvl2pPr algn="l">
              <a:defRPr sz="1500" b="0" i="0">
                <a:solidFill>
                  <a:srgbClr val="65728A"/>
                </a:solidFill>
              </a:defRPr>
            </a:lvl2pPr>
            <a:lvl3pPr algn="l">
              <a:defRPr sz="1500" b="0" i="0">
                <a:solidFill>
                  <a:srgbClr val="65728A"/>
                </a:solidFill>
              </a:defRPr>
            </a:lvl3pPr>
            <a:lvl4pPr algn="l">
              <a:defRPr sz="1500" b="0" i="0">
                <a:solidFill>
                  <a:srgbClr val="65728A"/>
                </a:solidFill>
              </a:defRPr>
            </a:lvl4pPr>
            <a:lvl5pPr algn="l">
              <a:defRPr sz="1500" b="0" i="0">
                <a:solidFill>
                  <a:srgbClr val="65728A"/>
                </a:solidFill>
              </a:defRPr>
            </a:lvl5pPr>
            <a:lvl6pPr algn="l">
              <a:defRPr sz="1500" b="0" i="0">
                <a:solidFill>
                  <a:srgbClr val="65728A"/>
                </a:solidFill>
              </a:defRPr>
            </a:lvl6pPr>
            <a:lvl7pPr algn="l">
              <a:defRPr sz="1500" b="0" i="0">
                <a:solidFill>
                  <a:srgbClr val="65728A"/>
                </a:solidFill>
              </a:defRPr>
            </a:lvl7pPr>
            <a:lvl8pPr algn="l">
              <a:defRPr sz="1500" b="0" i="0">
                <a:solidFill>
                  <a:srgbClr val="65728A"/>
                </a:solidFill>
              </a:defRPr>
            </a:lvl8pPr>
            <a:lvl9pPr algn="l">
              <a:defRPr sz="1500" b="0" i="0">
                <a:solidFill>
                  <a:srgbClr val="65728A"/>
                </a:solidFill>
              </a:defRPr>
            </a:lvl9pPr>
          </a:lstStyle>
          <a:p xmlns:a="http://schemas.openxmlformats.org/drawingml/2006/main">
            <a:pPr algn="l">
              <a:lnSpc>
                <a:spcPct val="108000"/>
              </a:lnSpc>
              <a:buNone/>
              <a:defRPr sz="1500" b="0" i="0">
                <a:solidFill>
                  <a:srgbClr val="65728A"/>
                </a:solidFill>
              </a:defRPr>
            </a:pPr>
            <a:r>
              <a:rPr sz="1500" b="0" i="0">
                <a:solidFill>
                  <a:srgbClr val="65728A"/>
                </a:solidFill>
              </a:rPr>
              <a:t>Track evidence coverage and how highly relevant passages appear in the ranked list.</a:t>
            </a:r>
          </a:p>
        </p:txBody>
      </p:sp>
      <p:sp>
        <p:nvSpPr>
          <p:cNvPr id="14" name="">
            <a:extLst xmlns:a="http://schemas.openxmlformats.org/drawingml/2006/main">
              <a:ext uri="{FF2B5EF4-FFF2-40B4-BE49-F238E27FC236}">
                <a16:creationId xmlns:a16="http://schemas.microsoft.com/office/drawing/2014/main" id="{E5AA3949-27E5-4BDE-BC21-3257FC0C9631}"/>
              </a:ext>
            </a:extLst>
          </p:cNvPr>
          <p:cNvSpPr>
            <a:spLocks xmlns:a="http://schemas.openxmlformats.org/drawingml/2006/main" noGrp="1"/>
          </p:cNvSpPr>
          <p:nvPr/>
        </p:nvSpPr>
        <p:spPr>
          <a:xfrm xmlns:a="http://schemas.openxmlformats.org/drawingml/2006/main">
            <a:off x="1524000" y="4914900"/>
            <a:ext cx="904875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464D9C4-1FD3-46F0-925E-D8A2B2170911}"/>
              </a:ext>
            </a:extLst>
          </p:cNvPr>
          <p:cNvSpPr>
            <a:spLocks xmlns:a="http://schemas.openxmlformats.org/drawingml/2006/main" noGrp="1"/>
          </p:cNvSpPr>
          <p:nvPr/>
        </p:nvSpPr>
        <p:spPr>
          <a:xfrm xmlns:a="http://schemas.openxmlformats.org/drawingml/2006/main">
            <a:off x="876300" y="51816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700" b="1" i="0">
                <a:solidFill>
                  <a:srgbClr val="278C8C"/>
                </a:solidFill>
              </a:defRPr>
            </a:defPPr>
            <a:lvl1pPr algn="l">
              <a:defRPr sz="2700" b="1" i="0">
                <a:solidFill>
                  <a:srgbClr val="278C8C"/>
                </a:solidFill>
              </a:defRPr>
            </a:lvl1pPr>
            <a:lvl2pPr algn="l">
              <a:defRPr sz="2700" b="1" i="0">
                <a:solidFill>
                  <a:srgbClr val="278C8C"/>
                </a:solidFill>
              </a:defRPr>
            </a:lvl2pPr>
            <a:lvl3pPr algn="l">
              <a:defRPr sz="2700" b="1" i="0">
                <a:solidFill>
                  <a:srgbClr val="278C8C"/>
                </a:solidFill>
              </a:defRPr>
            </a:lvl3pPr>
            <a:lvl4pPr algn="l">
              <a:defRPr sz="2700" b="1" i="0">
                <a:solidFill>
                  <a:srgbClr val="278C8C"/>
                </a:solidFill>
              </a:defRPr>
            </a:lvl4pPr>
            <a:lvl5pPr algn="l">
              <a:defRPr sz="2700" b="1" i="0">
                <a:solidFill>
                  <a:srgbClr val="278C8C"/>
                </a:solidFill>
              </a:defRPr>
            </a:lvl5pPr>
            <a:lvl6pPr algn="l">
              <a:defRPr sz="2700" b="1" i="0">
                <a:solidFill>
                  <a:srgbClr val="278C8C"/>
                </a:solidFill>
              </a:defRPr>
            </a:lvl6pPr>
            <a:lvl7pPr algn="l">
              <a:defRPr sz="2700" b="1" i="0">
                <a:solidFill>
                  <a:srgbClr val="278C8C"/>
                </a:solidFill>
              </a:defRPr>
            </a:lvl7pPr>
            <a:lvl8pPr algn="l">
              <a:defRPr sz="2700" b="1" i="0">
                <a:solidFill>
                  <a:srgbClr val="278C8C"/>
                </a:solidFill>
              </a:defRPr>
            </a:lvl8pPr>
            <a:lvl9pPr algn="l">
              <a:defRPr sz="2700" b="1" i="0">
                <a:solidFill>
                  <a:srgbClr val="278C8C"/>
                </a:solidFill>
              </a:defRPr>
            </a:lvl9pPr>
          </a:lstStyle>
          <a:p xmlns:a="http://schemas.openxmlformats.org/drawingml/2006/main">
            <a:pPr algn="l">
              <a:lnSpc>
                <a:spcPct val="105000"/>
              </a:lnSpc>
              <a:buNone/>
              <a:defRPr sz="2700" b="1" i="0">
                <a:solidFill>
                  <a:srgbClr val="278C8C"/>
                </a:solidFill>
              </a:defRPr>
            </a:pPr>
            <a:r>
              <a:rPr sz="2700" b="1" i="0">
                <a:solidFill>
                  <a:srgbClr val="278C8C"/>
                </a:solidFill>
              </a:rPr>
              <a:t>03</a:t>
            </a:r>
          </a:p>
        </p:txBody>
      </p:sp>
      <p:sp>
        <p:nvSpPr>
          <p:cNvPr id="16" name="">
            <a:extLst xmlns:a="http://schemas.openxmlformats.org/drawingml/2006/main">
              <a:ext uri="{FF2B5EF4-FFF2-40B4-BE49-F238E27FC236}">
                <a16:creationId xmlns:a16="http://schemas.microsoft.com/office/drawing/2014/main" id="{FACEB771-6484-4891-B111-B35568D4F18B}"/>
              </a:ext>
            </a:extLst>
          </p:cNvPr>
          <p:cNvSpPr>
            <a:spLocks xmlns:a="http://schemas.openxmlformats.org/drawingml/2006/main" noGrp="1"/>
          </p:cNvSpPr>
          <p:nvPr/>
        </p:nvSpPr>
        <p:spPr>
          <a:xfrm xmlns:a="http://schemas.openxmlformats.org/drawingml/2006/main">
            <a:off x="1524000" y="5191125"/>
            <a:ext cx="897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14233F"/>
                </a:solidFill>
              </a:defRPr>
            </a:defPPr>
            <a:lvl1pPr algn="l">
              <a:defRPr sz="1800" b="1" i="0">
                <a:solidFill>
                  <a:srgbClr val="14233F"/>
                </a:solidFill>
              </a:defRPr>
            </a:lvl1pPr>
            <a:lvl2pPr algn="l">
              <a:defRPr sz="1800" b="1" i="0">
                <a:solidFill>
                  <a:srgbClr val="14233F"/>
                </a:solidFill>
              </a:defRPr>
            </a:lvl2pPr>
            <a:lvl3pPr algn="l">
              <a:defRPr sz="1800" b="1" i="0">
                <a:solidFill>
                  <a:srgbClr val="14233F"/>
                </a:solidFill>
              </a:defRPr>
            </a:lvl3pPr>
            <a:lvl4pPr algn="l">
              <a:defRPr sz="1800" b="1" i="0">
                <a:solidFill>
                  <a:srgbClr val="14233F"/>
                </a:solidFill>
              </a:defRPr>
            </a:lvl4pPr>
            <a:lvl5pPr algn="l">
              <a:defRPr sz="1800" b="1" i="0">
                <a:solidFill>
                  <a:srgbClr val="14233F"/>
                </a:solidFill>
              </a:defRPr>
            </a:lvl5pPr>
            <a:lvl6pPr algn="l">
              <a:defRPr sz="1800" b="1" i="0">
                <a:solidFill>
                  <a:srgbClr val="14233F"/>
                </a:solidFill>
              </a:defRPr>
            </a:lvl6pPr>
            <a:lvl7pPr algn="l">
              <a:defRPr sz="1800" b="1" i="0">
                <a:solidFill>
                  <a:srgbClr val="14233F"/>
                </a:solidFill>
              </a:defRPr>
            </a:lvl7pPr>
            <a:lvl8pPr algn="l">
              <a:defRPr sz="1800" b="1" i="0">
                <a:solidFill>
                  <a:srgbClr val="14233F"/>
                </a:solidFill>
              </a:defRPr>
            </a:lvl8pPr>
            <a:lvl9pPr algn="l">
              <a:defRPr sz="1800" b="1" i="0">
                <a:solidFill>
                  <a:srgbClr val="14233F"/>
                </a:solidFill>
              </a:defRPr>
            </a:lvl9pPr>
          </a:lstStyle>
          <a:p xmlns:a="http://schemas.openxmlformats.org/drawingml/2006/main">
            <a:pPr algn="l">
              <a:lnSpc>
                <a:spcPct val="105000"/>
              </a:lnSpc>
              <a:buNone/>
              <a:defRPr sz="1800" b="1" i="0">
                <a:solidFill>
                  <a:srgbClr val="14233F"/>
                </a:solidFill>
              </a:defRPr>
            </a:pPr>
            <a:r>
              <a:rPr sz="1800" b="1" i="0">
                <a:solidFill>
                  <a:srgbClr val="14233F"/>
                </a:solidFill>
              </a:rPr>
              <a:t>Understand trade-offs</a:t>
            </a:r>
          </a:p>
        </p:txBody>
      </p:sp>
      <p:sp>
        <p:nvSpPr>
          <p:cNvPr id="17" name="">
            <a:extLst xmlns:a="http://schemas.openxmlformats.org/drawingml/2006/main">
              <a:ext uri="{FF2B5EF4-FFF2-40B4-BE49-F238E27FC236}">
                <a16:creationId xmlns:a16="http://schemas.microsoft.com/office/drawing/2014/main" id="{622E66AB-9C14-465E-B63D-80971BBCBA84}"/>
              </a:ext>
            </a:extLst>
          </p:cNvPr>
          <p:cNvSpPr>
            <a:spLocks xmlns:a="http://schemas.openxmlformats.org/drawingml/2006/main" noGrp="1"/>
          </p:cNvSpPr>
          <p:nvPr/>
        </p:nvSpPr>
        <p:spPr>
          <a:xfrm xmlns:a="http://schemas.openxmlformats.org/drawingml/2006/main">
            <a:off x="1524000" y="5553075"/>
            <a:ext cx="8972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i="0">
                <a:solidFill>
                  <a:srgbClr val="65728A"/>
                </a:solidFill>
              </a:defRPr>
            </a:defPPr>
            <a:lvl1pPr algn="l">
              <a:defRPr sz="1500" b="0" i="0">
                <a:solidFill>
                  <a:srgbClr val="65728A"/>
                </a:solidFill>
              </a:defRPr>
            </a:lvl1pPr>
            <a:lvl2pPr algn="l">
              <a:defRPr sz="1500" b="0" i="0">
                <a:solidFill>
                  <a:srgbClr val="65728A"/>
                </a:solidFill>
              </a:defRPr>
            </a:lvl2pPr>
            <a:lvl3pPr algn="l">
              <a:defRPr sz="1500" b="0" i="0">
                <a:solidFill>
                  <a:srgbClr val="65728A"/>
                </a:solidFill>
              </a:defRPr>
            </a:lvl3pPr>
            <a:lvl4pPr algn="l">
              <a:defRPr sz="1500" b="0" i="0">
                <a:solidFill>
                  <a:srgbClr val="65728A"/>
                </a:solidFill>
              </a:defRPr>
            </a:lvl4pPr>
            <a:lvl5pPr algn="l">
              <a:defRPr sz="1500" b="0" i="0">
                <a:solidFill>
                  <a:srgbClr val="65728A"/>
                </a:solidFill>
              </a:defRPr>
            </a:lvl5pPr>
            <a:lvl6pPr algn="l">
              <a:defRPr sz="1500" b="0" i="0">
                <a:solidFill>
                  <a:srgbClr val="65728A"/>
                </a:solidFill>
              </a:defRPr>
            </a:lvl6pPr>
            <a:lvl7pPr algn="l">
              <a:defRPr sz="1500" b="0" i="0">
                <a:solidFill>
                  <a:srgbClr val="65728A"/>
                </a:solidFill>
              </a:defRPr>
            </a:lvl7pPr>
            <a:lvl8pPr algn="l">
              <a:defRPr sz="1500" b="0" i="0">
                <a:solidFill>
                  <a:srgbClr val="65728A"/>
                </a:solidFill>
              </a:defRPr>
            </a:lvl8pPr>
            <a:lvl9pPr algn="l">
              <a:defRPr sz="1500" b="0" i="0">
                <a:solidFill>
                  <a:srgbClr val="65728A"/>
                </a:solidFill>
              </a:defRPr>
            </a:lvl9pPr>
          </a:lstStyle>
          <a:p xmlns:a="http://schemas.openxmlformats.org/drawingml/2006/main">
            <a:pPr algn="l">
              <a:lnSpc>
                <a:spcPct val="108000"/>
              </a:lnSpc>
              <a:buNone/>
              <a:defRPr sz="1500" b="0" i="0">
                <a:solidFill>
                  <a:srgbClr val="65728A"/>
                </a:solidFill>
              </a:defRPr>
            </a:pPr>
            <a:r>
              <a:rPr sz="1500" b="0" i="0">
                <a:solidFill>
                  <a:srgbClr val="65728A"/>
                </a:solidFill>
              </a:rPr>
              <a:t>Compare retrieval quality with warm query latency and inspect where each method fails.</a:t>
            </a:r>
          </a:p>
        </p:txBody>
      </p:sp>
    </p:spTree>
    <p:extLst>
      <p:ext uri="{BB962C8B-B14F-4D97-AF65-F5344CB8AC3E}">
        <p14:creationId xmlns:p14="http://schemas.microsoft.com/office/powerpoint/2010/main" val="810818057"/>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50F46B6-8EB3-47EC-8ECA-57AEC47C4232}"/>
              </a:ext>
            </a:extLst>
          </p:cNvPr>
          <p:cNvSpPr>
            <a:spLocks xmlns:a="http://schemas.openxmlformats.org/drawingml/2006/main" noGrp="1"/>
          </p:cNvSpPr>
          <p:nvPr/>
        </p:nvSpPr>
        <p:spPr>
          <a:xfrm xmlns:a="http://schemas.openxmlformats.org/drawingml/2006/main">
            <a:off x="685800" y="4191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150" b="1" i="0">
                <a:solidFill>
                  <a:srgbClr val="14233F"/>
                </a:solidFill>
              </a:defRPr>
            </a:defPPr>
            <a:lvl1pPr algn="l">
              <a:defRPr sz="3150" b="1" i="0">
                <a:solidFill>
                  <a:srgbClr val="14233F"/>
                </a:solidFill>
              </a:defRPr>
            </a:lvl1pPr>
            <a:lvl2pPr algn="l">
              <a:defRPr sz="3150" b="1" i="0">
                <a:solidFill>
                  <a:srgbClr val="14233F"/>
                </a:solidFill>
              </a:defRPr>
            </a:lvl2pPr>
            <a:lvl3pPr algn="l">
              <a:defRPr sz="3150" b="1" i="0">
                <a:solidFill>
                  <a:srgbClr val="14233F"/>
                </a:solidFill>
              </a:defRPr>
            </a:lvl3pPr>
            <a:lvl4pPr algn="l">
              <a:defRPr sz="3150" b="1" i="0">
                <a:solidFill>
                  <a:srgbClr val="14233F"/>
                </a:solidFill>
              </a:defRPr>
            </a:lvl4pPr>
            <a:lvl5pPr algn="l">
              <a:defRPr sz="3150" b="1" i="0">
                <a:solidFill>
                  <a:srgbClr val="14233F"/>
                </a:solidFill>
              </a:defRPr>
            </a:lvl5pPr>
            <a:lvl6pPr algn="l">
              <a:defRPr sz="3150" b="1" i="0">
                <a:solidFill>
                  <a:srgbClr val="14233F"/>
                </a:solidFill>
              </a:defRPr>
            </a:lvl6pPr>
            <a:lvl7pPr algn="l">
              <a:defRPr sz="3150" b="1" i="0">
                <a:solidFill>
                  <a:srgbClr val="14233F"/>
                </a:solidFill>
              </a:defRPr>
            </a:lvl7pPr>
            <a:lvl8pPr algn="l">
              <a:defRPr sz="3150" b="1" i="0">
                <a:solidFill>
                  <a:srgbClr val="14233F"/>
                </a:solidFill>
              </a:defRPr>
            </a:lvl8pPr>
            <a:lvl9pPr algn="l">
              <a:defRPr sz="3150" b="1" i="0">
                <a:solidFill>
                  <a:srgbClr val="14233F"/>
                </a:solidFill>
              </a:defRPr>
            </a:lvl9pPr>
          </a:lstStyle>
          <a:p xmlns:a="http://schemas.openxmlformats.org/drawingml/2006/main">
            <a:pPr algn="l">
              <a:lnSpc>
                <a:spcPct val="105000"/>
              </a:lnSpc>
              <a:buNone/>
              <a:defRPr sz="3150" b="1" i="0">
                <a:solidFill>
                  <a:srgbClr val="14233F"/>
                </a:solidFill>
              </a:defRPr>
            </a:pPr>
            <a:r>
              <a:rPr sz="3150" b="1" i="0">
                <a:solidFill>
                  <a:srgbClr val="14233F"/>
                </a:solidFill>
              </a:rPr>
              <a:t>Corpus and evaluation set</a:t>
            </a:r>
          </a:p>
        </p:txBody>
      </p:sp>
      <p:sp>
        <p:nvSpPr>
          <p:cNvPr id="2" name="">
            <a:extLst xmlns:a="http://schemas.openxmlformats.org/drawingml/2006/main">
              <a:ext uri="{FF2B5EF4-FFF2-40B4-BE49-F238E27FC236}">
                <a16:creationId xmlns:a16="http://schemas.microsoft.com/office/drawing/2014/main" id="{24786EFA-A6E6-48AD-89FE-0F41C67B393A}"/>
              </a:ext>
            </a:extLst>
          </p:cNvPr>
          <p:cNvSpPr>
            <a:spLocks xmlns:a="http://schemas.openxmlformats.org/drawingml/2006/main" noGrp="1"/>
          </p:cNvSpPr>
          <p:nvPr/>
        </p:nvSpPr>
        <p:spPr>
          <a:xfrm xmlns:a="http://schemas.openxmlformats.org/drawingml/2006/main">
            <a:off x="685800" y="1162050"/>
            <a:ext cx="108204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5A5A06A-5A90-49B5-80CD-D8FD98BA5C8D}"/>
              </a:ext>
            </a:extLst>
          </p:cNvPr>
          <p:cNvSpPr>
            <a:spLocks xmlns:a="http://schemas.openxmlformats.org/drawingml/2006/main" noGrp="1"/>
          </p:cNvSpPr>
          <p:nvPr/>
        </p:nvSpPr>
        <p:spPr>
          <a:xfrm xmlns:a="http://schemas.openxmlformats.org/drawingml/2006/main">
            <a:off x="685800" y="1162050"/>
            <a:ext cx="742950" cy="28575"/>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AFC152A-F83C-4E87-A1C9-6E543BE3FB27}"/>
              </a:ext>
            </a:extLst>
          </p:cNvPr>
          <p:cNvSpPr>
            <a:spLocks xmlns:a="http://schemas.openxmlformats.org/drawingml/2006/main" noGrp="1"/>
          </p:cNvSpPr>
          <p:nvPr/>
        </p:nvSpPr>
        <p:spPr>
          <a:xfrm xmlns:a="http://schemas.openxmlformats.org/drawingml/2006/main">
            <a:off x="685800" y="6457950"/>
            <a:ext cx="609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i="0">
                <a:solidFill>
                  <a:srgbClr val="65728A"/>
                </a:solidFill>
              </a:defRPr>
            </a:defPPr>
            <a:lvl1pPr algn="l">
              <a:defRPr sz="1050" b="1" i="0">
                <a:solidFill>
                  <a:srgbClr val="65728A"/>
                </a:solidFill>
              </a:defRPr>
            </a:lvl1pPr>
            <a:lvl2pPr algn="l">
              <a:defRPr sz="1050" b="1" i="0">
                <a:solidFill>
                  <a:srgbClr val="65728A"/>
                </a:solidFill>
              </a:defRPr>
            </a:lvl2pPr>
            <a:lvl3pPr algn="l">
              <a:defRPr sz="1050" b="1" i="0">
                <a:solidFill>
                  <a:srgbClr val="65728A"/>
                </a:solidFill>
              </a:defRPr>
            </a:lvl3pPr>
            <a:lvl4pPr algn="l">
              <a:defRPr sz="1050" b="1" i="0">
                <a:solidFill>
                  <a:srgbClr val="65728A"/>
                </a:solidFill>
              </a:defRPr>
            </a:lvl4pPr>
            <a:lvl5pPr algn="l">
              <a:defRPr sz="1050" b="1" i="0">
                <a:solidFill>
                  <a:srgbClr val="65728A"/>
                </a:solidFill>
              </a:defRPr>
            </a:lvl5pPr>
            <a:lvl6pPr algn="l">
              <a:defRPr sz="1050" b="1" i="0">
                <a:solidFill>
                  <a:srgbClr val="65728A"/>
                </a:solidFill>
              </a:defRPr>
            </a:lvl6pPr>
            <a:lvl7pPr algn="l">
              <a:defRPr sz="1050" b="1" i="0">
                <a:solidFill>
                  <a:srgbClr val="65728A"/>
                </a:solidFill>
              </a:defRPr>
            </a:lvl7pPr>
            <a:lvl8pPr algn="l">
              <a:defRPr sz="1050" b="1" i="0">
                <a:solidFill>
                  <a:srgbClr val="65728A"/>
                </a:solidFill>
              </a:defRPr>
            </a:lvl8pPr>
            <a:lvl9pPr algn="l">
              <a:defRPr sz="1050" b="1" i="0">
                <a:solidFill>
                  <a:srgbClr val="65728A"/>
                </a:solidFill>
              </a:defRPr>
            </a:lvl9pPr>
          </a:lstStyle>
          <a:p xmlns:a="http://schemas.openxmlformats.org/drawingml/2006/main">
            <a:pPr algn="l">
              <a:lnSpc>
                <a:spcPct val="105000"/>
              </a:lnSpc>
              <a:buNone/>
              <a:defRPr sz="1050" b="1" i="0">
                <a:solidFill>
                  <a:srgbClr val="65728A"/>
                </a:solidFill>
              </a:defRPr>
            </a:pPr>
            <a:r>
              <a:rPr sz="1050" b="1" i="0">
                <a:solidFill>
                  <a:srgbClr val="65728A"/>
                </a:solidFill>
              </a:rPr>
              <a:t>RAG RETRIEVAL BENCHMARK</a:t>
            </a:r>
          </a:p>
        </p:txBody>
      </p:sp>
      <p:sp>
        <p:nvSpPr>
          <p:cNvPr id="5" name="">
            <a:extLst xmlns:a="http://schemas.openxmlformats.org/drawingml/2006/main">
              <a:ext uri="{FF2B5EF4-FFF2-40B4-BE49-F238E27FC236}">
                <a16:creationId xmlns:a16="http://schemas.microsoft.com/office/drawing/2014/main" id="{76E54CB7-B198-4711-BD12-85B504CA29E4}"/>
              </a:ext>
            </a:extLst>
          </p:cNvPr>
          <p:cNvSpPr>
            <a:spLocks xmlns:a="http://schemas.openxmlformats.org/drawingml/2006/main" noGrp="1"/>
          </p:cNvSpPr>
          <p:nvPr/>
        </p:nvSpPr>
        <p:spPr>
          <a:xfrm xmlns:a="http://schemas.openxmlformats.org/drawingml/2006/main">
            <a:off x="10953750" y="64198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i="0">
                <a:solidFill>
                  <a:srgbClr val="65728A"/>
                </a:solidFill>
              </a:defRPr>
            </a:defPPr>
            <a:lvl1pPr algn="r">
              <a:defRPr sz="1200" b="1" i="0">
                <a:solidFill>
                  <a:srgbClr val="65728A"/>
                </a:solidFill>
              </a:defRPr>
            </a:lvl1pPr>
            <a:lvl2pPr algn="r">
              <a:defRPr sz="1200" b="1" i="0">
                <a:solidFill>
                  <a:srgbClr val="65728A"/>
                </a:solidFill>
              </a:defRPr>
            </a:lvl2pPr>
            <a:lvl3pPr algn="r">
              <a:defRPr sz="1200" b="1" i="0">
                <a:solidFill>
                  <a:srgbClr val="65728A"/>
                </a:solidFill>
              </a:defRPr>
            </a:lvl3pPr>
            <a:lvl4pPr algn="r">
              <a:defRPr sz="1200" b="1" i="0">
                <a:solidFill>
                  <a:srgbClr val="65728A"/>
                </a:solidFill>
              </a:defRPr>
            </a:lvl4pPr>
            <a:lvl5pPr algn="r">
              <a:defRPr sz="1200" b="1" i="0">
                <a:solidFill>
                  <a:srgbClr val="65728A"/>
                </a:solidFill>
              </a:defRPr>
            </a:lvl5pPr>
            <a:lvl6pPr algn="r">
              <a:defRPr sz="1200" b="1" i="0">
                <a:solidFill>
                  <a:srgbClr val="65728A"/>
                </a:solidFill>
              </a:defRPr>
            </a:lvl6pPr>
            <a:lvl7pPr algn="r">
              <a:defRPr sz="1200" b="1" i="0">
                <a:solidFill>
                  <a:srgbClr val="65728A"/>
                </a:solidFill>
              </a:defRPr>
            </a:lvl7pPr>
            <a:lvl8pPr algn="r">
              <a:defRPr sz="1200" b="1" i="0">
                <a:solidFill>
                  <a:srgbClr val="65728A"/>
                </a:solidFill>
              </a:defRPr>
            </a:lvl8pPr>
            <a:lvl9pPr algn="r">
              <a:defRPr sz="1200" b="1" i="0">
                <a:solidFill>
                  <a:srgbClr val="65728A"/>
                </a:solidFill>
              </a:defRPr>
            </a:lvl9pPr>
          </a:lstStyle>
          <a:p xmlns:a="http://schemas.openxmlformats.org/drawingml/2006/main">
            <a:pPr algn="r">
              <a:lnSpc>
                <a:spcPct val="105000"/>
              </a:lnSpc>
              <a:buNone/>
              <a:defRPr sz="1200" b="1" i="0">
                <a:solidFill>
                  <a:srgbClr val="65728A"/>
                </a:solidFill>
              </a:defRPr>
            </a:pPr>
            <a:r>
              <a:rPr sz="1200" b="1" i="0">
                <a:solidFill>
                  <a:srgbClr val="65728A"/>
                </a:solidFill>
              </a:rPr>
              <a:t>04</a:t>
            </a:r>
          </a:p>
        </p:txBody>
      </p:sp>
      <p:sp>
        <p:nvSpPr>
          <p:cNvPr id="6" name="">
            <a:extLst xmlns:a="http://schemas.openxmlformats.org/drawingml/2006/main">
              <a:ext uri="{FF2B5EF4-FFF2-40B4-BE49-F238E27FC236}">
                <a16:creationId xmlns:a16="http://schemas.microsoft.com/office/drawing/2014/main" id="{AD642937-CB6A-49E6-B784-C4F6239FD195}"/>
              </a:ext>
            </a:extLst>
          </p:cNvPr>
          <p:cNvSpPr>
            <a:spLocks xmlns:a="http://schemas.openxmlformats.org/drawingml/2006/main" noGrp="1"/>
          </p:cNvSpPr>
          <p:nvPr/>
        </p:nvSpPr>
        <p:spPr>
          <a:xfrm xmlns:a="http://schemas.openxmlformats.org/drawingml/2006/main">
            <a:off x="819150" y="1809750"/>
            <a:ext cx="266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6150" b="1" i="0">
                <a:solidFill>
                  <a:srgbClr val="14233F"/>
                </a:solidFill>
              </a:defRPr>
            </a:defPPr>
            <a:lvl1pPr algn="l">
              <a:defRPr sz="6150" b="1" i="0">
                <a:solidFill>
                  <a:srgbClr val="14233F"/>
                </a:solidFill>
              </a:defRPr>
            </a:lvl1pPr>
            <a:lvl2pPr algn="l">
              <a:defRPr sz="6150" b="1" i="0">
                <a:solidFill>
                  <a:srgbClr val="14233F"/>
                </a:solidFill>
              </a:defRPr>
            </a:lvl2pPr>
            <a:lvl3pPr algn="l">
              <a:defRPr sz="6150" b="1" i="0">
                <a:solidFill>
                  <a:srgbClr val="14233F"/>
                </a:solidFill>
              </a:defRPr>
            </a:lvl3pPr>
            <a:lvl4pPr algn="l">
              <a:defRPr sz="6150" b="1" i="0">
                <a:solidFill>
                  <a:srgbClr val="14233F"/>
                </a:solidFill>
              </a:defRPr>
            </a:lvl4pPr>
            <a:lvl5pPr algn="l">
              <a:defRPr sz="6150" b="1" i="0">
                <a:solidFill>
                  <a:srgbClr val="14233F"/>
                </a:solidFill>
              </a:defRPr>
            </a:lvl5pPr>
            <a:lvl6pPr algn="l">
              <a:defRPr sz="6150" b="1" i="0">
                <a:solidFill>
                  <a:srgbClr val="14233F"/>
                </a:solidFill>
              </a:defRPr>
            </a:lvl6pPr>
            <a:lvl7pPr algn="l">
              <a:defRPr sz="6150" b="1" i="0">
                <a:solidFill>
                  <a:srgbClr val="14233F"/>
                </a:solidFill>
              </a:defRPr>
            </a:lvl7pPr>
            <a:lvl8pPr algn="l">
              <a:defRPr sz="6150" b="1" i="0">
                <a:solidFill>
                  <a:srgbClr val="14233F"/>
                </a:solidFill>
              </a:defRPr>
            </a:lvl8pPr>
            <a:lvl9pPr algn="l">
              <a:defRPr sz="6150" b="1" i="0">
                <a:solidFill>
                  <a:srgbClr val="14233F"/>
                </a:solidFill>
              </a:defRPr>
            </a:lvl9pPr>
          </a:lstStyle>
          <a:p xmlns:a="http://schemas.openxmlformats.org/drawingml/2006/main">
            <a:pPr algn="l">
              <a:lnSpc>
                <a:spcPct val="105000"/>
              </a:lnSpc>
              <a:buNone/>
              <a:defRPr sz="6150" b="1" i="0">
                <a:solidFill>
                  <a:srgbClr val="14233F"/>
                </a:solidFill>
              </a:defRPr>
            </a:pPr>
            <a:r>
              <a:rPr sz="6150" b="1" i="0">
                <a:solidFill>
                  <a:srgbClr val="14233F"/>
                </a:solidFill>
              </a:rPr>
              <a:t>59</a:t>
            </a:r>
          </a:p>
        </p:txBody>
      </p:sp>
      <p:sp>
        <p:nvSpPr>
          <p:cNvPr id="7" name="">
            <a:extLst xmlns:a="http://schemas.openxmlformats.org/drawingml/2006/main">
              <a:ext uri="{FF2B5EF4-FFF2-40B4-BE49-F238E27FC236}">
                <a16:creationId xmlns:a16="http://schemas.microsoft.com/office/drawing/2014/main" id="{F9748D51-79F6-4157-B50F-4EF42FF24193}"/>
              </a:ext>
            </a:extLst>
          </p:cNvPr>
          <p:cNvSpPr>
            <a:spLocks xmlns:a="http://schemas.openxmlformats.org/drawingml/2006/main" noGrp="1"/>
          </p:cNvSpPr>
          <p:nvPr/>
        </p:nvSpPr>
        <p:spPr>
          <a:xfrm xmlns:a="http://schemas.openxmlformats.org/drawingml/2006/main">
            <a:off x="819150" y="287655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14233F"/>
                </a:solidFill>
              </a:defRPr>
            </a:defPPr>
            <a:lvl1pPr algn="l">
              <a:defRPr sz="1800" b="1" i="0">
                <a:solidFill>
                  <a:srgbClr val="14233F"/>
                </a:solidFill>
              </a:defRPr>
            </a:lvl1pPr>
            <a:lvl2pPr algn="l">
              <a:defRPr sz="1800" b="1" i="0">
                <a:solidFill>
                  <a:srgbClr val="14233F"/>
                </a:solidFill>
              </a:defRPr>
            </a:lvl2pPr>
            <a:lvl3pPr algn="l">
              <a:defRPr sz="1800" b="1" i="0">
                <a:solidFill>
                  <a:srgbClr val="14233F"/>
                </a:solidFill>
              </a:defRPr>
            </a:lvl3pPr>
            <a:lvl4pPr algn="l">
              <a:defRPr sz="1800" b="1" i="0">
                <a:solidFill>
                  <a:srgbClr val="14233F"/>
                </a:solidFill>
              </a:defRPr>
            </a:lvl4pPr>
            <a:lvl5pPr algn="l">
              <a:defRPr sz="1800" b="1" i="0">
                <a:solidFill>
                  <a:srgbClr val="14233F"/>
                </a:solidFill>
              </a:defRPr>
            </a:lvl5pPr>
            <a:lvl6pPr algn="l">
              <a:defRPr sz="1800" b="1" i="0">
                <a:solidFill>
                  <a:srgbClr val="14233F"/>
                </a:solidFill>
              </a:defRPr>
            </a:lvl6pPr>
            <a:lvl7pPr algn="l">
              <a:defRPr sz="1800" b="1" i="0">
                <a:solidFill>
                  <a:srgbClr val="14233F"/>
                </a:solidFill>
              </a:defRPr>
            </a:lvl7pPr>
            <a:lvl8pPr algn="l">
              <a:defRPr sz="1800" b="1" i="0">
                <a:solidFill>
                  <a:srgbClr val="14233F"/>
                </a:solidFill>
              </a:defRPr>
            </a:lvl8pPr>
            <a:lvl9pPr algn="l">
              <a:defRPr sz="1800" b="1" i="0">
                <a:solidFill>
                  <a:srgbClr val="14233F"/>
                </a:solidFill>
              </a:defRPr>
            </a:lvl9pPr>
          </a:lstStyle>
          <a:p xmlns:a="http://schemas.openxmlformats.org/drawingml/2006/main">
            <a:pPr algn="l">
              <a:lnSpc>
                <a:spcPct val="105000"/>
              </a:lnSpc>
              <a:buNone/>
              <a:defRPr sz="1800" b="1" i="0">
                <a:solidFill>
                  <a:srgbClr val="14233F"/>
                </a:solidFill>
              </a:defRPr>
            </a:pPr>
            <a:r>
              <a:rPr sz="1800" b="1" i="0">
                <a:solidFill>
                  <a:srgbClr val="14233F"/>
                </a:solidFill>
              </a:rPr>
              <a:t>source-linked records</a:t>
            </a:r>
          </a:p>
        </p:txBody>
      </p:sp>
      <p:sp>
        <p:nvSpPr>
          <p:cNvPr id="8" name="">
            <a:extLst xmlns:a="http://schemas.openxmlformats.org/drawingml/2006/main">
              <a:ext uri="{FF2B5EF4-FFF2-40B4-BE49-F238E27FC236}">
                <a16:creationId xmlns:a16="http://schemas.microsoft.com/office/drawing/2014/main" id="{C3F46289-82D4-40C1-B5CB-B852D0873BFE}"/>
              </a:ext>
            </a:extLst>
          </p:cNvPr>
          <p:cNvSpPr>
            <a:spLocks xmlns:a="http://schemas.openxmlformats.org/drawingml/2006/main" noGrp="1"/>
          </p:cNvSpPr>
          <p:nvPr/>
        </p:nvSpPr>
        <p:spPr>
          <a:xfrm xmlns:a="http://schemas.openxmlformats.org/drawingml/2006/main">
            <a:off x="819150" y="3409950"/>
            <a:ext cx="2857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i="0">
                <a:solidFill>
                  <a:srgbClr val="65728A"/>
                </a:solidFill>
              </a:defRPr>
            </a:defPPr>
            <a:lvl1pPr algn="l">
              <a:defRPr sz="1500" b="0" i="0">
                <a:solidFill>
                  <a:srgbClr val="65728A"/>
                </a:solidFill>
              </a:defRPr>
            </a:lvl1pPr>
            <a:lvl2pPr algn="l">
              <a:defRPr sz="1500" b="0" i="0">
                <a:solidFill>
                  <a:srgbClr val="65728A"/>
                </a:solidFill>
              </a:defRPr>
            </a:lvl2pPr>
            <a:lvl3pPr algn="l">
              <a:defRPr sz="1500" b="0" i="0">
                <a:solidFill>
                  <a:srgbClr val="65728A"/>
                </a:solidFill>
              </a:defRPr>
            </a:lvl3pPr>
            <a:lvl4pPr algn="l">
              <a:defRPr sz="1500" b="0" i="0">
                <a:solidFill>
                  <a:srgbClr val="65728A"/>
                </a:solidFill>
              </a:defRPr>
            </a:lvl4pPr>
            <a:lvl5pPr algn="l">
              <a:defRPr sz="1500" b="0" i="0">
                <a:solidFill>
                  <a:srgbClr val="65728A"/>
                </a:solidFill>
              </a:defRPr>
            </a:lvl5pPr>
            <a:lvl6pPr algn="l">
              <a:defRPr sz="1500" b="0" i="0">
                <a:solidFill>
                  <a:srgbClr val="65728A"/>
                </a:solidFill>
              </a:defRPr>
            </a:lvl6pPr>
            <a:lvl7pPr algn="l">
              <a:defRPr sz="1500" b="0" i="0">
                <a:solidFill>
                  <a:srgbClr val="65728A"/>
                </a:solidFill>
              </a:defRPr>
            </a:lvl7pPr>
            <a:lvl8pPr algn="l">
              <a:defRPr sz="1500" b="0" i="0">
                <a:solidFill>
                  <a:srgbClr val="65728A"/>
                </a:solidFill>
              </a:defRPr>
            </a:lvl8pPr>
            <a:lvl9pPr algn="l">
              <a:defRPr sz="1500" b="0" i="0">
                <a:solidFill>
                  <a:srgbClr val="65728A"/>
                </a:solidFill>
              </a:defRPr>
            </a:lvl9pPr>
          </a:lstStyle>
          <a:p xmlns:a="http://schemas.openxmlformats.org/drawingml/2006/main">
            <a:pPr algn="l">
              <a:lnSpc>
                <a:spcPct val="112000"/>
              </a:lnSpc>
              <a:buNone/>
              <a:defRPr sz="1500" b="0" i="0">
                <a:solidFill>
                  <a:srgbClr val="65728A"/>
                </a:solidFill>
              </a:defRPr>
            </a:pPr>
            <a:r>
              <a:rPr sz="1500" b="0" i="0">
                <a:solidFill>
                  <a:srgbClr val="65728A"/>
                </a:solidFill>
              </a:rPr>
              <a:t>Curated bibliography spanning Hindi coreference and related Indic NLP topics.</a:t>
            </a:r>
          </a:p>
        </p:txBody>
      </p:sp>
      <p:sp>
        <p:nvSpPr>
          <p:cNvPr id="9" name="">
            <a:extLst xmlns:a="http://schemas.openxmlformats.org/drawingml/2006/main">
              <a:ext uri="{FF2B5EF4-FFF2-40B4-BE49-F238E27FC236}">
                <a16:creationId xmlns:a16="http://schemas.microsoft.com/office/drawing/2014/main" id="{32451642-D2CD-4847-A107-BB41FB72FFAA}"/>
              </a:ext>
            </a:extLst>
          </p:cNvPr>
          <p:cNvSpPr>
            <a:spLocks xmlns:a="http://schemas.openxmlformats.org/drawingml/2006/main" noGrp="1"/>
          </p:cNvSpPr>
          <p:nvPr/>
        </p:nvSpPr>
        <p:spPr>
          <a:xfrm xmlns:a="http://schemas.openxmlformats.org/drawingml/2006/main">
            <a:off x="4019550" y="1847850"/>
            <a:ext cx="19050" cy="23812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DE39A0F-B322-4577-AB5A-5E2BA3953686}"/>
              </a:ext>
            </a:extLst>
          </p:cNvPr>
          <p:cNvSpPr>
            <a:spLocks xmlns:a="http://schemas.openxmlformats.org/drawingml/2006/main" noGrp="1"/>
          </p:cNvSpPr>
          <p:nvPr/>
        </p:nvSpPr>
        <p:spPr>
          <a:xfrm xmlns:a="http://schemas.openxmlformats.org/drawingml/2006/main">
            <a:off x="4514850" y="1809750"/>
            <a:ext cx="266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6150" b="1" i="0">
                <a:solidFill>
                  <a:srgbClr val="278C8C"/>
                </a:solidFill>
              </a:defRPr>
            </a:defPPr>
            <a:lvl1pPr algn="l">
              <a:defRPr sz="6150" b="1" i="0">
                <a:solidFill>
                  <a:srgbClr val="278C8C"/>
                </a:solidFill>
              </a:defRPr>
            </a:lvl1pPr>
            <a:lvl2pPr algn="l">
              <a:defRPr sz="6150" b="1" i="0">
                <a:solidFill>
                  <a:srgbClr val="278C8C"/>
                </a:solidFill>
              </a:defRPr>
            </a:lvl2pPr>
            <a:lvl3pPr algn="l">
              <a:defRPr sz="6150" b="1" i="0">
                <a:solidFill>
                  <a:srgbClr val="278C8C"/>
                </a:solidFill>
              </a:defRPr>
            </a:lvl3pPr>
            <a:lvl4pPr algn="l">
              <a:defRPr sz="6150" b="1" i="0">
                <a:solidFill>
                  <a:srgbClr val="278C8C"/>
                </a:solidFill>
              </a:defRPr>
            </a:lvl4pPr>
            <a:lvl5pPr algn="l">
              <a:defRPr sz="6150" b="1" i="0">
                <a:solidFill>
                  <a:srgbClr val="278C8C"/>
                </a:solidFill>
              </a:defRPr>
            </a:lvl5pPr>
            <a:lvl6pPr algn="l">
              <a:defRPr sz="6150" b="1" i="0">
                <a:solidFill>
                  <a:srgbClr val="278C8C"/>
                </a:solidFill>
              </a:defRPr>
            </a:lvl6pPr>
            <a:lvl7pPr algn="l">
              <a:defRPr sz="6150" b="1" i="0">
                <a:solidFill>
                  <a:srgbClr val="278C8C"/>
                </a:solidFill>
              </a:defRPr>
            </a:lvl7pPr>
            <a:lvl8pPr algn="l">
              <a:defRPr sz="6150" b="1" i="0">
                <a:solidFill>
                  <a:srgbClr val="278C8C"/>
                </a:solidFill>
              </a:defRPr>
            </a:lvl8pPr>
            <a:lvl9pPr algn="l">
              <a:defRPr sz="6150" b="1" i="0">
                <a:solidFill>
                  <a:srgbClr val="278C8C"/>
                </a:solidFill>
              </a:defRPr>
            </a:lvl9pPr>
          </a:lstStyle>
          <a:p xmlns:a="http://schemas.openxmlformats.org/drawingml/2006/main">
            <a:pPr algn="l">
              <a:lnSpc>
                <a:spcPct val="105000"/>
              </a:lnSpc>
              <a:buNone/>
              <a:defRPr sz="6150" b="1" i="0">
                <a:solidFill>
                  <a:srgbClr val="278C8C"/>
                </a:solidFill>
              </a:defRPr>
            </a:pPr>
            <a:r>
              <a:rPr sz="6150" b="1" i="0">
                <a:solidFill>
                  <a:srgbClr val="278C8C"/>
                </a:solidFill>
              </a:rPr>
              <a:t>45</a:t>
            </a:r>
          </a:p>
        </p:txBody>
      </p:sp>
      <p:sp>
        <p:nvSpPr>
          <p:cNvPr id="11" name="">
            <a:extLst xmlns:a="http://schemas.openxmlformats.org/drawingml/2006/main">
              <a:ext uri="{FF2B5EF4-FFF2-40B4-BE49-F238E27FC236}">
                <a16:creationId xmlns:a16="http://schemas.microsoft.com/office/drawing/2014/main" id="{1CE05353-48AF-4AD5-A460-1A7DCB680F10}"/>
              </a:ext>
            </a:extLst>
          </p:cNvPr>
          <p:cNvSpPr>
            <a:spLocks xmlns:a="http://schemas.openxmlformats.org/drawingml/2006/main" noGrp="1"/>
          </p:cNvSpPr>
          <p:nvPr/>
        </p:nvSpPr>
        <p:spPr>
          <a:xfrm xmlns:a="http://schemas.openxmlformats.org/drawingml/2006/main">
            <a:off x="4514850" y="287655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14233F"/>
                </a:solidFill>
              </a:defRPr>
            </a:defPPr>
            <a:lvl1pPr algn="l">
              <a:defRPr sz="1800" b="1" i="0">
                <a:solidFill>
                  <a:srgbClr val="14233F"/>
                </a:solidFill>
              </a:defRPr>
            </a:lvl1pPr>
            <a:lvl2pPr algn="l">
              <a:defRPr sz="1800" b="1" i="0">
                <a:solidFill>
                  <a:srgbClr val="14233F"/>
                </a:solidFill>
              </a:defRPr>
            </a:lvl2pPr>
            <a:lvl3pPr algn="l">
              <a:defRPr sz="1800" b="1" i="0">
                <a:solidFill>
                  <a:srgbClr val="14233F"/>
                </a:solidFill>
              </a:defRPr>
            </a:lvl3pPr>
            <a:lvl4pPr algn="l">
              <a:defRPr sz="1800" b="1" i="0">
                <a:solidFill>
                  <a:srgbClr val="14233F"/>
                </a:solidFill>
              </a:defRPr>
            </a:lvl4pPr>
            <a:lvl5pPr algn="l">
              <a:defRPr sz="1800" b="1" i="0">
                <a:solidFill>
                  <a:srgbClr val="14233F"/>
                </a:solidFill>
              </a:defRPr>
            </a:lvl5pPr>
            <a:lvl6pPr algn="l">
              <a:defRPr sz="1800" b="1" i="0">
                <a:solidFill>
                  <a:srgbClr val="14233F"/>
                </a:solidFill>
              </a:defRPr>
            </a:lvl6pPr>
            <a:lvl7pPr algn="l">
              <a:defRPr sz="1800" b="1" i="0">
                <a:solidFill>
                  <a:srgbClr val="14233F"/>
                </a:solidFill>
              </a:defRPr>
            </a:lvl7pPr>
            <a:lvl8pPr algn="l">
              <a:defRPr sz="1800" b="1" i="0">
                <a:solidFill>
                  <a:srgbClr val="14233F"/>
                </a:solidFill>
              </a:defRPr>
            </a:lvl8pPr>
            <a:lvl9pPr algn="l">
              <a:defRPr sz="1800" b="1" i="0">
                <a:solidFill>
                  <a:srgbClr val="14233F"/>
                </a:solidFill>
              </a:defRPr>
            </a:lvl9pPr>
          </a:lstStyle>
          <a:p xmlns:a="http://schemas.openxmlformats.org/drawingml/2006/main">
            <a:pPr algn="l">
              <a:lnSpc>
                <a:spcPct val="105000"/>
              </a:lnSpc>
              <a:buNone/>
              <a:defRPr sz="1800" b="1" i="0">
                <a:solidFill>
                  <a:srgbClr val="14233F"/>
                </a:solidFill>
              </a:defRPr>
            </a:pPr>
            <a:r>
              <a:rPr sz="1800" b="1" i="0">
                <a:solidFill>
                  <a:srgbClr val="14233F"/>
                </a:solidFill>
              </a:rPr>
              <a:t>local paper PDFs</a:t>
            </a:r>
          </a:p>
        </p:txBody>
      </p:sp>
      <p:sp>
        <p:nvSpPr>
          <p:cNvPr id="12" name="">
            <a:extLst xmlns:a="http://schemas.openxmlformats.org/drawingml/2006/main">
              <a:ext uri="{FF2B5EF4-FFF2-40B4-BE49-F238E27FC236}">
                <a16:creationId xmlns:a16="http://schemas.microsoft.com/office/drawing/2014/main" id="{EC7DC673-FCA3-437E-BDD7-DA74569BD13D}"/>
              </a:ext>
            </a:extLst>
          </p:cNvPr>
          <p:cNvSpPr>
            <a:spLocks xmlns:a="http://schemas.openxmlformats.org/drawingml/2006/main" noGrp="1"/>
          </p:cNvSpPr>
          <p:nvPr/>
        </p:nvSpPr>
        <p:spPr>
          <a:xfrm xmlns:a="http://schemas.openxmlformats.org/drawingml/2006/main">
            <a:off x="4514850" y="3409950"/>
            <a:ext cx="2857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i="0">
                <a:solidFill>
                  <a:srgbClr val="65728A"/>
                </a:solidFill>
              </a:defRPr>
            </a:defPPr>
            <a:lvl1pPr algn="l">
              <a:defRPr sz="1500" b="0" i="0">
                <a:solidFill>
                  <a:srgbClr val="65728A"/>
                </a:solidFill>
              </a:defRPr>
            </a:lvl1pPr>
            <a:lvl2pPr algn="l">
              <a:defRPr sz="1500" b="0" i="0">
                <a:solidFill>
                  <a:srgbClr val="65728A"/>
                </a:solidFill>
              </a:defRPr>
            </a:lvl2pPr>
            <a:lvl3pPr algn="l">
              <a:defRPr sz="1500" b="0" i="0">
                <a:solidFill>
                  <a:srgbClr val="65728A"/>
                </a:solidFill>
              </a:defRPr>
            </a:lvl3pPr>
            <a:lvl4pPr algn="l">
              <a:defRPr sz="1500" b="0" i="0">
                <a:solidFill>
                  <a:srgbClr val="65728A"/>
                </a:solidFill>
              </a:defRPr>
            </a:lvl4pPr>
            <a:lvl5pPr algn="l">
              <a:defRPr sz="1500" b="0" i="0">
                <a:solidFill>
                  <a:srgbClr val="65728A"/>
                </a:solidFill>
              </a:defRPr>
            </a:lvl5pPr>
            <a:lvl6pPr algn="l">
              <a:defRPr sz="1500" b="0" i="0">
                <a:solidFill>
                  <a:srgbClr val="65728A"/>
                </a:solidFill>
              </a:defRPr>
            </a:lvl6pPr>
            <a:lvl7pPr algn="l">
              <a:defRPr sz="1500" b="0" i="0">
                <a:solidFill>
                  <a:srgbClr val="65728A"/>
                </a:solidFill>
              </a:defRPr>
            </a:lvl7pPr>
            <a:lvl8pPr algn="l">
              <a:defRPr sz="1500" b="0" i="0">
                <a:solidFill>
                  <a:srgbClr val="65728A"/>
                </a:solidFill>
              </a:defRPr>
            </a:lvl8pPr>
            <a:lvl9pPr algn="l">
              <a:defRPr sz="1500" b="0" i="0">
                <a:solidFill>
                  <a:srgbClr val="65728A"/>
                </a:solidFill>
              </a:defRPr>
            </a:lvl9pPr>
          </a:lstStyle>
          <a:p xmlns:a="http://schemas.openxmlformats.org/drawingml/2006/main">
            <a:pPr algn="l">
              <a:lnSpc>
                <a:spcPct val="112000"/>
              </a:lnSpc>
              <a:buNone/>
              <a:defRPr sz="1500" b="0" i="0">
                <a:solidFill>
                  <a:srgbClr val="65728A"/>
                </a:solidFill>
              </a:defRPr>
            </a:pPr>
            <a:r>
              <a:rPr sz="1500" b="0" i="0">
                <a:solidFill>
                  <a:srgbClr val="65728A"/>
                </a:solidFill>
              </a:rPr>
              <a:t>Documents available to the current ingestion and retrieval pipeline.</a:t>
            </a:r>
          </a:p>
        </p:txBody>
      </p:sp>
      <p:sp>
        <p:nvSpPr>
          <p:cNvPr id="13" name="">
            <a:extLst xmlns:a="http://schemas.openxmlformats.org/drawingml/2006/main">
              <a:ext uri="{FF2B5EF4-FFF2-40B4-BE49-F238E27FC236}">
                <a16:creationId xmlns:a16="http://schemas.microsoft.com/office/drawing/2014/main" id="{7D638905-0AF4-4160-B19D-00FF798CC7AB}"/>
              </a:ext>
            </a:extLst>
          </p:cNvPr>
          <p:cNvSpPr>
            <a:spLocks xmlns:a="http://schemas.openxmlformats.org/drawingml/2006/main" noGrp="1"/>
          </p:cNvSpPr>
          <p:nvPr/>
        </p:nvSpPr>
        <p:spPr>
          <a:xfrm xmlns:a="http://schemas.openxmlformats.org/drawingml/2006/main">
            <a:off x="7715250" y="1847850"/>
            <a:ext cx="19050" cy="23812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9B65004-3B85-408C-BF59-36FEA417C497}"/>
              </a:ext>
            </a:extLst>
          </p:cNvPr>
          <p:cNvSpPr>
            <a:spLocks xmlns:a="http://schemas.openxmlformats.org/drawingml/2006/main" noGrp="1"/>
          </p:cNvSpPr>
          <p:nvPr/>
        </p:nvSpPr>
        <p:spPr>
          <a:xfrm xmlns:a="http://schemas.openxmlformats.org/drawingml/2006/main">
            <a:off x="8210550" y="1809750"/>
            <a:ext cx="266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6150" b="1" i="0">
                <a:solidFill>
                  <a:srgbClr val="D89A35"/>
                </a:solidFill>
              </a:defRPr>
            </a:defPPr>
            <a:lvl1pPr algn="l">
              <a:defRPr sz="6150" b="1" i="0">
                <a:solidFill>
                  <a:srgbClr val="D89A35"/>
                </a:solidFill>
              </a:defRPr>
            </a:lvl1pPr>
            <a:lvl2pPr algn="l">
              <a:defRPr sz="6150" b="1" i="0">
                <a:solidFill>
                  <a:srgbClr val="D89A35"/>
                </a:solidFill>
              </a:defRPr>
            </a:lvl2pPr>
            <a:lvl3pPr algn="l">
              <a:defRPr sz="6150" b="1" i="0">
                <a:solidFill>
                  <a:srgbClr val="D89A35"/>
                </a:solidFill>
              </a:defRPr>
            </a:lvl3pPr>
            <a:lvl4pPr algn="l">
              <a:defRPr sz="6150" b="1" i="0">
                <a:solidFill>
                  <a:srgbClr val="D89A35"/>
                </a:solidFill>
              </a:defRPr>
            </a:lvl4pPr>
            <a:lvl5pPr algn="l">
              <a:defRPr sz="6150" b="1" i="0">
                <a:solidFill>
                  <a:srgbClr val="D89A35"/>
                </a:solidFill>
              </a:defRPr>
            </a:lvl5pPr>
            <a:lvl6pPr algn="l">
              <a:defRPr sz="6150" b="1" i="0">
                <a:solidFill>
                  <a:srgbClr val="D89A35"/>
                </a:solidFill>
              </a:defRPr>
            </a:lvl6pPr>
            <a:lvl7pPr algn="l">
              <a:defRPr sz="6150" b="1" i="0">
                <a:solidFill>
                  <a:srgbClr val="D89A35"/>
                </a:solidFill>
              </a:defRPr>
            </a:lvl7pPr>
            <a:lvl8pPr algn="l">
              <a:defRPr sz="6150" b="1" i="0">
                <a:solidFill>
                  <a:srgbClr val="D89A35"/>
                </a:solidFill>
              </a:defRPr>
            </a:lvl8pPr>
            <a:lvl9pPr algn="l">
              <a:defRPr sz="6150" b="1" i="0">
                <a:solidFill>
                  <a:srgbClr val="D89A35"/>
                </a:solidFill>
              </a:defRPr>
            </a:lvl9pPr>
          </a:lstStyle>
          <a:p xmlns:a="http://schemas.openxmlformats.org/drawingml/2006/main">
            <a:pPr algn="l">
              <a:lnSpc>
                <a:spcPct val="105000"/>
              </a:lnSpc>
              <a:buNone/>
              <a:defRPr sz="6150" b="1" i="0">
                <a:solidFill>
                  <a:srgbClr val="D89A35"/>
                </a:solidFill>
              </a:defRPr>
            </a:pPr>
            <a:r>
              <a:rPr sz="6150" b="1" i="0">
                <a:solidFill>
                  <a:srgbClr val="D89A35"/>
                </a:solidFill>
              </a:rPr>
              <a:t>45</a:t>
            </a:r>
          </a:p>
        </p:txBody>
      </p:sp>
      <p:sp>
        <p:nvSpPr>
          <p:cNvPr id="15" name="">
            <a:extLst xmlns:a="http://schemas.openxmlformats.org/drawingml/2006/main">
              <a:ext uri="{FF2B5EF4-FFF2-40B4-BE49-F238E27FC236}">
                <a16:creationId xmlns:a16="http://schemas.microsoft.com/office/drawing/2014/main" id="{F6E71679-01E4-4DEF-A9FC-4BC79A113B9F}"/>
              </a:ext>
            </a:extLst>
          </p:cNvPr>
          <p:cNvSpPr>
            <a:spLocks xmlns:a="http://schemas.openxmlformats.org/drawingml/2006/main" noGrp="1"/>
          </p:cNvSpPr>
          <p:nvPr/>
        </p:nvSpPr>
        <p:spPr>
          <a:xfrm xmlns:a="http://schemas.openxmlformats.org/drawingml/2006/main">
            <a:off x="8210550" y="287655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i="0">
                <a:solidFill>
                  <a:srgbClr val="14233F"/>
                </a:solidFill>
              </a:defRPr>
            </a:defPPr>
            <a:lvl1pPr algn="l">
              <a:defRPr sz="1800" b="1" i="0">
                <a:solidFill>
                  <a:srgbClr val="14233F"/>
                </a:solidFill>
              </a:defRPr>
            </a:lvl1pPr>
            <a:lvl2pPr algn="l">
              <a:defRPr sz="1800" b="1" i="0">
                <a:solidFill>
                  <a:srgbClr val="14233F"/>
                </a:solidFill>
              </a:defRPr>
            </a:lvl2pPr>
            <a:lvl3pPr algn="l">
              <a:defRPr sz="1800" b="1" i="0">
                <a:solidFill>
                  <a:srgbClr val="14233F"/>
                </a:solidFill>
              </a:defRPr>
            </a:lvl3pPr>
            <a:lvl4pPr algn="l">
              <a:defRPr sz="1800" b="1" i="0">
                <a:solidFill>
                  <a:srgbClr val="14233F"/>
                </a:solidFill>
              </a:defRPr>
            </a:lvl4pPr>
            <a:lvl5pPr algn="l">
              <a:defRPr sz="1800" b="1" i="0">
                <a:solidFill>
                  <a:srgbClr val="14233F"/>
                </a:solidFill>
              </a:defRPr>
            </a:lvl5pPr>
            <a:lvl6pPr algn="l">
              <a:defRPr sz="1800" b="1" i="0">
                <a:solidFill>
                  <a:srgbClr val="14233F"/>
                </a:solidFill>
              </a:defRPr>
            </a:lvl6pPr>
            <a:lvl7pPr algn="l">
              <a:defRPr sz="1800" b="1" i="0">
                <a:solidFill>
                  <a:srgbClr val="14233F"/>
                </a:solidFill>
              </a:defRPr>
            </a:lvl7pPr>
            <a:lvl8pPr algn="l">
              <a:defRPr sz="1800" b="1" i="0">
                <a:solidFill>
                  <a:srgbClr val="14233F"/>
                </a:solidFill>
              </a:defRPr>
            </a:lvl8pPr>
            <a:lvl9pPr algn="l">
              <a:defRPr sz="1800" b="1" i="0">
                <a:solidFill>
                  <a:srgbClr val="14233F"/>
                </a:solidFill>
              </a:defRPr>
            </a:lvl9pPr>
          </a:lstStyle>
          <a:p xmlns:a="http://schemas.openxmlformats.org/drawingml/2006/main">
            <a:pPr algn="l">
              <a:lnSpc>
                <a:spcPct val="105000"/>
              </a:lnSpc>
              <a:buNone/>
              <a:defRPr sz="1800" b="1" i="0">
                <a:solidFill>
                  <a:srgbClr val="14233F"/>
                </a:solidFill>
              </a:defRPr>
            </a:pPr>
            <a:r>
              <a:rPr sz="1800" b="1" i="0">
                <a:solidFill>
                  <a:srgbClr val="14233F"/>
                </a:solidFill>
              </a:rPr>
              <a:t>source-first questions</a:t>
            </a:r>
          </a:p>
        </p:txBody>
      </p:sp>
      <p:sp>
        <p:nvSpPr>
          <p:cNvPr id="16" name="">
            <a:extLst xmlns:a="http://schemas.openxmlformats.org/drawingml/2006/main">
              <a:ext uri="{FF2B5EF4-FFF2-40B4-BE49-F238E27FC236}">
                <a16:creationId xmlns:a16="http://schemas.microsoft.com/office/drawing/2014/main" id="{4109AC26-AC44-4390-BA88-18819F74437E}"/>
              </a:ext>
            </a:extLst>
          </p:cNvPr>
          <p:cNvSpPr>
            <a:spLocks xmlns:a="http://schemas.openxmlformats.org/drawingml/2006/main" noGrp="1"/>
          </p:cNvSpPr>
          <p:nvPr/>
        </p:nvSpPr>
        <p:spPr>
          <a:xfrm xmlns:a="http://schemas.openxmlformats.org/drawingml/2006/main">
            <a:off x="8210550" y="3409950"/>
            <a:ext cx="2857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i="0">
                <a:solidFill>
                  <a:srgbClr val="65728A"/>
                </a:solidFill>
              </a:defRPr>
            </a:defPPr>
            <a:lvl1pPr algn="l">
              <a:defRPr sz="1500" b="0" i="0">
                <a:solidFill>
                  <a:srgbClr val="65728A"/>
                </a:solidFill>
              </a:defRPr>
            </a:lvl1pPr>
            <a:lvl2pPr algn="l">
              <a:defRPr sz="1500" b="0" i="0">
                <a:solidFill>
                  <a:srgbClr val="65728A"/>
                </a:solidFill>
              </a:defRPr>
            </a:lvl2pPr>
            <a:lvl3pPr algn="l">
              <a:defRPr sz="1500" b="0" i="0">
                <a:solidFill>
                  <a:srgbClr val="65728A"/>
                </a:solidFill>
              </a:defRPr>
            </a:lvl3pPr>
            <a:lvl4pPr algn="l">
              <a:defRPr sz="1500" b="0" i="0">
                <a:solidFill>
                  <a:srgbClr val="65728A"/>
                </a:solidFill>
              </a:defRPr>
            </a:lvl4pPr>
            <a:lvl5pPr algn="l">
              <a:defRPr sz="1500" b="0" i="0">
                <a:solidFill>
                  <a:srgbClr val="65728A"/>
                </a:solidFill>
              </a:defRPr>
            </a:lvl5pPr>
            <a:lvl6pPr algn="l">
              <a:defRPr sz="1500" b="0" i="0">
                <a:solidFill>
                  <a:srgbClr val="65728A"/>
                </a:solidFill>
              </a:defRPr>
            </a:lvl6pPr>
            <a:lvl7pPr algn="l">
              <a:defRPr sz="1500" b="0" i="0">
                <a:solidFill>
                  <a:srgbClr val="65728A"/>
                </a:solidFill>
              </a:defRPr>
            </a:lvl7pPr>
            <a:lvl8pPr algn="l">
              <a:defRPr sz="1500" b="0" i="0">
                <a:solidFill>
                  <a:srgbClr val="65728A"/>
                </a:solidFill>
              </a:defRPr>
            </a:lvl8pPr>
            <a:lvl9pPr algn="l">
              <a:defRPr sz="1500" b="0" i="0">
                <a:solidFill>
                  <a:srgbClr val="65728A"/>
                </a:solidFill>
              </a:defRPr>
            </a:lvl9pPr>
          </a:lstStyle>
          <a:p xmlns:a="http://schemas.openxmlformats.org/drawingml/2006/main">
            <a:pPr algn="l">
              <a:lnSpc>
                <a:spcPct val="112000"/>
              </a:lnSpc>
              <a:buNone/>
              <a:defRPr sz="1500" b="0" i="0">
                <a:solidFill>
                  <a:srgbClr val="65728A"/>
                </a:solidFill>
              </a:defRPr>
            </a:pPr>
            <a:r>
              <a:rPr sz="1500" b="0" i="0">
                <a:solidFill>
                  <a:srgbClr val="65728A"/>
                </a:solidFill>
              </a:rPr>
              <a:t>One question per local paper, with gold evidence selected from its source.</a:t>
            </a:r>
          </a:p>
        </p:txBody>
      </p:sp>
      <p:sp>
        <p:nvSpPr>
          <p:cNvPr id="17" name="">
            <a:extLst xmlns:a="http://schemas.openxmlformats.org/drawingml/2006/main">
              <a:ext uri="{FF2B5EF4-FFF2-40B4-BE49-F238E27FC236}">
                <a16:creationId xmlns:a16="http://schemas.microsoft.com/office/drawing/2014/main" id="{CCB49B69-7CE6-4A04-BC43-3165757FED27}"/>
              </a:ext>
            </a:extLst>
          </p:cNvPr>
          <p:cNvSpPr>
            <a:spLocks xmlns:a="http://schemas.openxmlformats.org/drawingml/2006/main" noGrp="1"/>
          </p:cNvSpPr>
          <p:nvPr/>
        </p:nvSpPr>
        <p:spPr>
          <a:xfrm xmlns:a="http://schemas.openxmlformats.org/drawingml/2006/main">
            <a:off x="819150" y="4762500"/>
            <a:ext cx="105537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671EF60-1C64-4A17-BEB6-5AD3F731CE9A}"/>
              </a:ext>
            </a:extLst>
          </p:cNvPr>
          <p:cNvSpPr>
            <a:spLocks xmlns:a="http://schemas.openxmlformats.org/drawingml/2006/main" noGrp="1"/>
          </p:cNvSpPr>
          <p:nvPr/>
        </p:nvSpPr>
        <p:spPr>
          <a:xfrm xmlns:a="http://schemas.openxmlformats.org/drawingml/2006/main">
            <a:off x="819150" y="5067300"/>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i="0">
                <a:solidFill>
                  <a:srgbClr val="278C8C"/>
                </a:solidFill>
              </a:defRPr>
            </a:defPPr>
            <a:lvl1pPr algn="l">
              <a:defRPr sz="1425" b="1" i="0">
                <a:solidFill>
                  <a:srgbClr val="278C8C"/>
                </a:solidFill>
              </a:defRPr>
            </a:lvl1pPr>
            <a:lvl2pPr algn="l">
              <a:defRPr sz="1425" b="1" i="0">
                <a:solidFill>
                  <a:srgbClr val="278C8C"/>
                </a:solidFill>
              </a:defRPr>
            </a:lvl2pPr>
            <a:lvl3pPr algn="l">
              <a:defRPr sz="1425" b="1" i="0">
                <a:solidFill>
                  <a:srgbClr val="278C8C"/>
                </a:solidFill>
              </a:defRPr>
            </a:lvl3pPr>
            <a:lvl4pPr algn="l">
              <a:defRPr sz="1425" b="1" i="0">
                <a:solidFill>
                  <a:srgbClr val="278C8C"/>
                </a:solidFill>
              </a:defRPr>
            </a:lvl4pPr>
            <a:lvl5pPr algn="l">
              <a:defRPr sz="1425" b="1" i="0">
                <a:solidFill>
                  <a:srgbClr val="278C8C"/>
                </a:solidFill>
              </a:defRPr>
            </a:lvl5pPr>
            <a:lvl6pPr algn="l">
              <a:defRPr sz="1425" b="1" i="0">
                <a:solidFill>
                  <a:srgbClr val="278C8C"/>
                </a:solidFill>
              </a:defRPr>
            </a:lvl6pPr>
            <a:lvl7pPr algn="l">
              <a:defRPr sz="1425" b="1" i="0">
                <a:solidFill>
                  <a:srgbClr val="278C8C"/>
                </a:solidFill>
              </a:defRPr>
            </a:lvl7pPr>
            <a:lvl8pPr algn="l">
              <a:defRPr sz="1425" b="1" i="0">
                <a:solidFill>
                  <a:srgbClr val="278C8C"/>
                </a:solidFill>
              </a:defRPr>
            </a:lvl8pPr>
            <a:lvl9pPr algn="l">
              <a:defRPr sz="1425" b="1" i="0">
                <a:solidFill>
                  <a:srgbClr val="278C8C"/>
                </a:solidFill>
              </a:defRPr>
            </a:lvl9pPr>
          </a:lstStyle>
          <a:p xmlns:a="http://schemas.openxmlformats.org/drawingml/2006/main">
            <a:pPr algn="l">
              <a:lnSpc>
                <a:spcPct val="105000"/>
              </a:lnSpc>
              <a:buNone/>
              <a:defRPr sz="1425" b="1" i="0">
                <a:solidFill>
                  <a:srgbClr val="278C8C"/>
                </a:solidFill>
              </a:defRPr>
            </a:pPr>
            <a:r>
              <a:rPr sz="1425" b="1" i="0">
                <a:solidFill>
                  <a:srgbClr val="278C8C"/>
                </a:solidFill>
              </a:rPr>
              <a:t>Scope</a:t>
            </a:r>
          </a:p>
        </p:txBody>
      </p:sp>
      <p:sp>
        <p:nvSpPr>
          <p:cNvPr id="19" name="">
            <a:extLst xmlns:a="http://schemas.openxmlformats.org/drawingml/2006/main">
              <a:ext uri="{FF2B5EF4-FFF2-40B4-BE49-F238E27FC236}">
                <a16:creationId xmlns:a16="http://schemas.microsoft.com/office/drawing/2014/main" id="{67D83C6C-7EB7-4842-999F-0264CF27DF36}"/>
              </a:ext>
            </a:extLst>
          </p:cNvPr>
          <p:cNvSpPr>
            <a:spLocks xmlns:a="http://schemas.openxmlformats.org/drawingml/2006/main" noGrp="1"/>
          </p:cNvSpPr>
          <p:nvPr/>
        </p:nvSpPr>
        <p:spPr>
          <a:xfrm xmlns:a="http://schemas.openxmlformats.org/drawingml/2006/main">
            <a:off x="2095500" y="5048250"/>
            <a:ext cx="895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i="0">
                <a:solidFill>
                  <a:srgbClr val="263755"/>
                </a:solidFill>
              </a:defRPr>
            </a:defPPr>
            <a:lvl1pPr algn="l">
              <a:defRPr sz="1575" b="0" i="0">
                <a:solidFill>
                  <a:srgbClr val="263755"/>
                </a:solidFill>
              </a:defRPr>
            </a:lvl1pPr>
            <a:lvl2pPr algn="l">
              <a:defRPr sz="1575" b="0" i="0">
                <a:solidFill>
                  <a:srgbClr val="263755"/>
                </a:solidFill>
              </a:defRPr>
            </a:lvl2pPr>
            <a:lvl3pPr algn="l">
              <a:defRPr sz="1575" b="0" i="0">
                <a:solidFill>
                  <a:srgbClr val="263755"/>
                </a:solidFill>
              </a:defRPr>
            </a:lvl3pPr>
            <a:lvl4pPr algn="l">
              <a:defRPr sz="1575" b="0" i="0">
                <a:solidFill>
                  <a:srgbClr val="263755"/>
                </a:solidFill>
              </a:defRPr>
            </a:lvl4pPr>
            <a:lvl5pPr algn="l">
              <a:defRPr sz="1575" b="0" i="0">
                <a:solidFill>
                  <a:srgbClr val="263755"/>
                </a:solidFill>
              </a:defRPr>
            </a:lvl5pPr>
            <a:lvl6pPr algn="l">
              <a:defRPr sz="1575" b="0" i="0">
                <a:solidFill>
                  <a:srgbClr val="263755"/>
                </a:solidFill>
              </a:defRPr>
            </a:lvl6pPr>
            <a:lvl7pPr algn="l">
              <a:defRPr sz="1575" b="0" i="0">
                <a:solidFill>
                  <a:srgbClr val="263755"/>
                </a:solidFill>
              </a:defRPr>
            </a:lvl7pPr>
            <a:lvl8pPr algn="l">
              <a:defRPr sz="1575" b="0" i="0">
                <a:solidFill>
                  <a:srgbClr val="263755"/>
                </a:solidFill>
              </a:defRPr>
            </a:lvl8pPr>
            <a:lvl9pPr algn="l">
              <a:defRPr sz="1575" b="0" i="0">
                <a:solidFill>
                  <a:srgbClr val="263755"/>
                </a:solidFill>
              </a:defRPr>
            </a:lvl9pPr>
          </a:lstStyle>
          <a:p xmlns:a="http://schemas.openxmlformats.org/drawingml/2006/main">
            <a:pPr algn="l">
              <a:lnSpc>
                <a:spcPct val="105000"/>
              </a:lnSpc>
              <a:buNone/>
              <a:defRPr sz="1575" b="0" i="0">
                <a:solidFill>
                  <a:srgbClr val="263755"/>
                </a:solidFill>
              </a:defRPr>
            </a:pPr>
            <a:r>
              <a:rPr sz="1575" b="0" i="0">
                <a:solidFill>
                  <a:srgbClr val="263755"/>
                </a:solidFill>
              </a:rPr>
              <a:t>Coreference and anaphora, language resources, QA, retrieval, parsing, NER, machine translation and code-mixing.</a:t>
            </a:r>
          </a:p>
        </p:txBody>
      </p:sp>
    </p:spTree>
    <p:extLst>
      <p:ext uri="{BB962C8B-B14F-4D97-AF65-F5344CB8AC3E}">
        <p14:creationId xmlns:p14="http://schemas.microsoft.com/office/powerpoint/2010/main" val="86824516"/>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DA8EA27-9E20-4CC5-A9BB-A5BFE94DFAAA}"/>
              </a:ext>
            </a:extLst>
          </p:cNvPr>
          <p:cNvSpPr>
            <a:spLocks xmlns:a="http://schemas.openxmlformats.org/drawingml/2006/main" noGrp="1"/>
          </p:cNvSpPr>
          <p:nvPr/>
        </p:nvSpPr>
        <p:spPr>
          <a:xfrm xmlns:a="http://schemas.openxmlformats.org/drawingml/2006/main">
            <a:off x="685800" y="4191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150" b="1" i="0">
                <a:solidFill>
                  <a:srgbClr val="14233F"/>
                </a:solidFill>
              </a:defRPr>
            </a:defPPr>
            <a:lvl1pPr algn="l">
              <a:defRPr sz="3150" b="1" i="0">
                <a:solidFill>
                  <a:srgbClr val="14233F"/>
                </a:solidFill>
              </a:defRPr>
            </a:lvl1pPr>
            <a:lvl2pPr algn="l">
              <a:defRPr sz="3150" b="1" i="0">
                <a:solidFill>
                  <a:srgbClr val="14233F"/>
                </a:solidFill>
              </a:defRPr>
            </a:lvl2pPr>
            <a:lvl3pPr algn="l">
              <a:defRPr sz="3150" b="1" i="0">
                <a:solidFill>
                  <a:srgbClr val="14233F"/>
                </a:solidFill>
              </a:defRPr>
            </a:lvl3pPr>
            <a:lvl4pPr algn="l">
              <a:defRPr sz="3150" b="1" i="0">
                <a:solidFill>
                  <a:srgbClr val="14233F"/>
                </a:solidFill>
              </a:defRPr>
            </a:lvl4pPr>
            <a:lvl5pPr algn="l">
              <a:defRPr sz="3150" b="1" i="0">
                <a:solidFill>
                  <a:srgbClr val="14233F"/>
                </a:solidFill>
              </a:defRPr>
            </a:lvl5pPr>
            <a:lvl6pPr algn="l">
              <a:defRPr sz="3150" b="1" i="0">
                <a:solidFill>
                  <a:srgbClr val="14233F"/>
                </a:solidFill>
              </a:defRPr>
            </a:lvl6pPr>
            <a:lvl7pPr algn="l">
              <a:defRPr sz="3150" b="1" i="0">
                <a:solidFill>
                  <a:srgbClr val="14233F"/>
                </a:solidFill>
              </a:defRPr>
            </a:lvl7pPr>
            <a:lvl8pPr algn="l">
              <a:defRPr sz="3150" b="1" i="0">
                <a:solidFill>
                  <a:srgbClr val="14233F"/>
                </a:solidFill>
              </a:defRPr>
            </a:lvl8pPr>
            <a:lvl9pPr algn="l">
              <a:defRPr sz="3150" b="1" i="0">
                <a:solidFill>
                  <a:srgbClr val="14233F"/>
                </a:solidFill>
              </a:defRPr>
            </a:lvl9pPr>
          </a:lstStyle>
          <a:p xmlns:a="http://schemas.openxmlformats.org/drawingml/2006/main">
            <a:pPr algn="l">
              <a:lnSpc>
                <a:spcPct val="105000"/>
              </a:lnSpc>
              <a:buNone/>
              <a:defRPr sz="3150" b="1" i="0">
                <a:solidFill>
                  <a:srgbClr val="14233F"/>
                </a:solidFill>
              </a:defRPr>
            </a:pPr>
            <a:r>
              <a:rPr sz="3150" b="1" i="0">
                <a:solidFill>
                  <a:srgbClr val="14233F"/>
                </a:solidFill>
              </a:rPr>
              <a:t>End-to-end retrieval pipeline</a:t>
            </a:r>
          </a:p>
        </p:txBody>
      </p:sp>
      <p:sp>
        <p:nvSpPr>
          <p:cNvPr id="2" name="">
            <a:extLst xmlns:a="http://schemas.openxmlformats.org/drawingml/2006/main">
              <a:ext uri="{FF2B5EF4-FFF2-40B4-BE49-F238E27FC236}">
                <a16:creationId xmlns:a16="http://schemas.microsoft.com/office/drawing/2014/main" id="{8C328DB6-5C91-44DB-BB7F-0A18E0643C9A}"/>
              </a:ext>
            </a:extLst>
          </p:cNvPr>
          <p:cNvSpPr>
            <a:spLocks xmlns:a="http://schemas.openxmlformats.org/drawingml/2006/main" noGrp="1"/>
          </p:cNvSpPr>
          <p:nvPr/>
        </p:nvSpPr>
        <p:spPr>
          <a:xfrm xmlns:a="http://schemas.openxmlformats.org/drawingml/2006/main">
            <a:off x="685800" y="1162050"/>
            <a:ext cx="108204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EAF6BB5-F410-4B3D-A35B-3C447EB3DD83}"/>
              </a:ext>
            </a:extLst>
          </p:cNvPr>
          <p:cNvSpPr>
            <a:spLocks xmlns:a="http://schemas.openxmlformats.org/drawingml/2006/main" noGrp="1"/>
          </p:cNvSpPr>
          <p:nvPr/>
        </p:nvSpPr>
        <p:spPr>
          <a:xfrm xmlns:a="http://schemas.openxmlformats.org/drawingml/2006/main">
            <a:off x="685800" y="1162050"/>
            <a:ext cx="742950" cy="28575"/>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1EE75CD-648C-4E27-83B1-906CC53A21D2}"/>
              </a:ext>
            </a:extLst>
          </p:cNvPr>
          <p:cNvSpPr>
            <a:spLocks xmlns:a="http://schemas.openxmlformats.org/drawingml/2006/main" noGrp="1"/>
          </p:cNvSpPr>
          <p:nvPr/>
        </p:nvSpPr>
        <p:spPr>
          <a:xfrm xmlns:a="http://schemas.openxmlformats.org/drawingml/2006/main">
            <a:off x="685800" y="6457950"/>
            <a:ext cx="609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i="0">
                <a:solidFill>
                  <a:srgbClr val="65728A"/>
                </a:solidFill>
              </a:defRPr>
            </a:defPPr>
            <a:lvl1pPr algn="l">
              <a:defRPr sz="1050" b="1" i="0">
                <a:solidFill>
                  <a:srgbClr val="65728A"/>
                </a:solidFill>
              </a:defRPr>
            </a:lvl1pPr>
            <a:lvl2pPr algn="l">
              <a:defRPr sz="1050" b="1" i="0">
                <a:solidFill>
                  <a:srgbClr val="65728A"/>
                </a:solidFill>
              </a:defRPr>
            </a:lvl2pPr>
            <a:lvl3pPr algn="l">
              <a:defRPr sz="1050" b="1" i="0">
                <a:solidFill>
                  <a:srgbClr val="65728A"/>
                </a:solidFill>
              </a:defRPr>
            </a:lvl3pPr>
            <a:lvl4pPr algn="l">
              <a:defRPr sz="1050" b="1" i="0">
                <a:solidFill>
                  <a:srgbClr val="65728A"/>
                </a:solidFill>
              </a:defRPr>
            </a:lvl4pPr>
            <a:lvl5pPr algn="l">
              <a:defRPr sz="1050" b="1" i="0">
                <a:solidFill>
                  <a:srgbClr val="65728A"/>
                </a:solidFill>
              </a:defRPr>
            </a:lvl5pPr>
            <a:lvl6pPr algn="l">
              <a:defRPr sz="1050" b="1" i="0">
                <a:solidFill>
                  <a:srgbClr val="65728A"/>
                </a:solidFill>
              </a:defRPr>
            </a:lvl6pPr>
            <a:lvl7pPr algn="l">
              <a:defRPr sz="1050" b="1" i="0">
                <a:solidFill>
                  <a:srgbClr val="65728A"/>
                </a:solidFill>
              </a:defRPr>
            </a:lvl7pPr>
            <a:lvl8pPr algn="l">
              <a:defRPr sz="1050" b="1" i="0">
                <a:solidFill>
                  <a:srgbClr val="65728A"/>
                </a:solidFill>
              </a:defRPr>
            </a:lvl8pPr>
            <a:lvl9pPr algn="l">
              <a:defRPr sz="1050" b="1" i="0">
                <a:solidFill>
                  <a:srgbClr val="65728A"/>
                </a:solidFill>
              </a:defRPr>
            </a:lvl9pPr>
          </a:lstStyle>
          <a:p xmlns:a="http://schemas.openxmlformats.org/drawingml/2006/main">
            <a:pPr algn="l">
              <a:lnSpc>
                <a:spcPct val="105000"/>
              </a:lnSpc>
              <a:buNone/>
              <a:defRPr sz="1050" b="1" i="0">
                <a:solidFill>
                  <a:srgbClr val="65728A"/>
                </a:solidFill>
              </a:defRPr>
            </a:pPr>
            <a:r>
              <a:rPr sz="1050" b="1" i="0">
                <a:solidFill>
                  <a:srgbClr val="65728A"/>
                </a:solidFill>
              </a:rPr>
              <a:t>RAG RETRIEVAL BENCHMARK</a:t>
            </a:r>
          </a:p>
        </p:txBody>
      </p:sp>
      <p:sp>
        <p:nvSpPr>
          <p:cNvPr id="5" name="">
            <a:extLst xmlns:a="http://schemas.openxmlformats.org/drawingml/2006/main">
              <a:ext uri="{FF2B5EF4-FFF2-40B4-BE49-F238E27FC236}">
                <a16:creationId xmlns:a16="http://schemas.microsoft.com/office/drawing/2014/main" id="{AA693DFB-B8CD-4A25-9F52-67B74A851415}"/>
              </a:ext>
            </a:extLst>
          </p:cNvPr>
          <p:cNvSpPr>
            <a:spLocks xmlns:a="http://schemas.openxmlformats.org/drawingml/2006/main" noGrp="1"/>
          </p:cNvSpPr>
          <p:nvPr/>
        </p:nvSpPr>
        <p:spPr>
          <a:xfrm xmlns:a="http://schemas.openxmlformats.org/drawingml/2006/main">
            <a:off x="10953750" y="64198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i="0">
                <a:solidFill>
                  <a:srgbClr val="65728A"/>
                </a:solidFill>
              </a:defRPr>
            </a:defPPr>
            <a:lvl1pPr algn="r">
              <a:defRPr sz="1200" b="1" i="0">
                <a:solidFill>
                  <a:srgbClr val="65728A"/>
                </a:solidFill>
              </a:defRPr>
            </a:lvl1pPr>
            <a:lvl2pPr algn="r">
              <a:defRPr sz="1200" b="1" i="0">
                <a:solidFill>
                  <a:srgbClr val="65728A"/>
                </a:solidFill>
              </a:defRPr>
            </a:lvl2pPr>
            <a:lvl3pPr algn="r">
              <a:defRPr sz="1200" b="1" i="0">
                <a:solidFill>
                  <a:srgbClr val="65728A"/>
                </a:solidFill>
              </a:defRPr>
            </a:lvl3pPr>
            <a:lvl4pPr algn="r">
              <a:defRPr sz="1200" b="1" i="0">
                <a:solidFill>
                  <a:srgbClr val="65728A"/>
                </a:solidFill>
              </a:defRPr>
            </a:lvl4pPr>
            <a:lvl5pPr algn="r">
              <a:defRPr sz="1200" b="1" i="0">
                <a:solidFill>
                  <a:srgbClr val="65728A"/>
                </a:solidFill>
              </a:defRPr>
            </a:lvl5pPr>
            <a:lvl6pPr algn="r">
              <a:defRPr sz="1200" b="1" i="0">
                <a:solidFill>
                  <a:srgbClr val="65728A"/>
                </a:solidFill>
              </a:defRPr>
            </a:lvl6pPr>
            <a:lvl7pPr algn="r">
              <a:defRPr sz="1200" b="1" i="0">
                <a:solidFill>
                  <a:srgbClr val="65728A"/>
                </a:solidFill>
              </a:defRPr>
            </a:lvl7pPr>
            <a:lvl8pPr algn="r">
              <a:defRPr sz="1200" b="1" i="0">
                <a:solidFill>
                  <a:srgbClr val="65728A"/>
                </a:solidFill>
              </a:defRPr>
            </a:lvl8pPr>
            <a:lvl9pPr algn="r">
              <a:defRPr sz="1200" b="1" i="0">
                <a:solidFill>
                  <a:srgbClr val="65728A"/>
                </a:solidFill>
              </a:defRPr>
            </a:lvl9pPr>
          </a:lstStyle>
          <a:p xmlns:a="http://schemas.openxmlformats.org/drawingml/2006/main">
            <a:pPr algn="r">
              <a:lnSpc>
                <a:spcPct val="105000"/>
              </a:lnSpc>
              <a:buNone/>
              <a:defRPr sz="1200" b="1" i="0">
                <a:solidFill>
                  <a:srgbClr val="65728A"/>
                </a:solidFill>
              </a:defRPr>
            </a:pPr>
            <a:r>
              <a:rPr sz="1200" b="1" i="0">
                <a:solidFill>
                  <a:srgbClr val="65728A"/>
                </a:solidFill>
              </a:rPr>
              <a:t>05</a:t>
            </a:r>
          </a:p>
        </p:txBody>
      </p:sp>
      <p:sp>
        <p:nvSpPr>
          <p:cNvPr id="6" name="">
            <a:extLst xmlns:a="http://schemas.openxmlformats.org/drawingml/2006/main">
              <a:ext uri="{FF2B5EF4-FFF2-40B4-BE49-F238E27FC236}">
                <a16:creationId xmlns:a16="http://schemas.microsoft.com/office/drawing/2014/main" id="{66033AC2-8AE6-4CCD-A4E1-4E9D89AD768C}"/>
              </a:ext>
            </a:extLst>
          </p:cNvPr>
          <p:cNvSpPr>
            <a:spLocks xmlns:a="http://schemas.openxmlformats.org/drawingml/2006/main" noGrp="1"/>
          </p:cNvSpPr>
          <p:nvPr/>
        </p:nvSpPr>
        <p:spPr>
          <a:xfrm xmlns:a="http://schemas.openxmlformats.org/drawingml/2006/main">
            <a:off x="685800" y="14668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i="0">
                <a:solidFill>
                  <a:srgbClr val="263755"/>
                </a:solidFill>
              </a:defRPr>
            </a:defPPr>
            <a:lvl1pPr algn="l">
              <a:defRPr sz="1725" b="0" i="0">
                <a:solidFill>
                  <a:srgbClr val="263755"/>
                </a:solidFill>
              </a:defRPr>
            </a:lvl1pPr>
            <a:lvl2pPr algn="l">
              <a:defRPr sz="1725" b="0" i="0">
                <a:solidFill>
                  <a:srgbClr val="263755"/>
                </a:solidFill>
              </a:defRPr>
            </a:lvl2pPr>
            <a:lvl3pPr algn="l">
              <a:defRPr sz="1725" b="0" i="0">
                <a:solidFill>
                  <a:srgbClr val="263755"/>
                </a:solidFill>
              </a:defRPr>
            </a:lvl3pPr>
            <a:lvl4pPr algn="l">
              <a:defRPr sz="1725" b="0" i="0">
                <a:solidFill>
                  <a:srgbClr val="263755"/>
                </a:solidFill>
              </a:defRPr>
            </a:lvl4pPr>
            <a:lvl5pPr algn="l">
              <a:defRPr sz="1725" b="0" i="0">
                <a:solidFill>
                  <a:srgbClr val="263755"/>
                </a:solidFill>
              </a:defRPr>
            </a:lvl5pPr>
            <a:lvl6pPr algn="l">
              <a:defRPr sz="1725" b="0" i="0">
                <a:solidFill>
                  <a:srgbClr val="263755"/>
                </a:solidFill>
              </a:defRPr>
            </a:lvl6pPr>
            <a:lvl7pPr algn="l">
              <a:defRPr sz="1725" b="0" i="0">
                <a:solidFill>
                  <a:srgbClr val="263755"/>
                </a:solidFill>
              </a:defRPr>
            </a:lvl7pPr>
            <a:lvl8pPr algn="l">
              <a:defRPr sz="1725" b="0" i="0">
                <a:solidFill>
                  <a:srgbClr val="263755"/>
                </a:solidFill>
              </a:defRPr>
            </a:lvl8pPr>
            <a:lvl9pPr algn="l">
              <a:defRPr sz="1725" b="0" i="0">
                <a:solidFill>
                  <a:srgbClr val="263755"/>
                </a:solidFill>
              </a:defRPr>
            </a:lvl9pPr>
          </a:lstStyle>
          <a:p xmlns:a="http://schemas.openxmlformats.org/drawingml/2006/main">
            <a:pPr algn="l">
              <a:lnSpc>
                <a:spcPct val="105000"/>
              </a:lnSpc>
              <a:buNone/>
              <a:defRPr sz="1725" b="0" i="0">
                <a:solidFill>
                  <a:srgbClr val="263755"/>
                </a:solidFill>
              </a:defRPr>
            </a:pPr>
            <a:r>
              <a:rPr sz="1725" b="0" i="0">
                <a:solidFill>
                  <a:srgbClr val="263755"/>
                </a:solidFill>
              </a:rPr>
              <a:t>One corpus feeds each retrieval method, so rankings can be compared on the same evidence.</a:t>
            </a:r>
          </a:p>
        </p:txBody>
      </p:sp>
      <p:sp>
        <p:nvSpPr>
          <p:cNvPr id="7" name="">
            <a:extLst xmlns:a="http://schemas.openxmlformats.org/drawingml/2006/main">
              <a:ext uri="{FF2B5EF4-FFF2-40B4-BE49-F238E27FC236}">
                <a16:creationId xmlns:a16="http://schemas.microsoft.com/office/drawing/2014/main" id="{0AAE783F-753B-4D7A-88A7-F107A738FE60}"/>
              </a:ext>
            </a:extLst>
          </p:cNvPr>
          <p:cNvSpPr>
            <a:spLocks xmlns:a="http://schemas.openxmlformats.org/drawingml/2006/main" noGrp="1"/>
          </p:cNvSpPr>
          <p:nvPr/>
        </p:nvSpPr>
        <p:spPr>
          <a:xfrm xmlns:a="http://schemas.openxmlformats.org/drawingml/2006/main">
            <a:off x="723900" y="2495550"/>
            <a:ext cx="1866900" cy="1676400"/>
          </a:xfrm>
          <a:prstGeom xmlns:a="http://schemas.openxmlformats.org/drawingml/2006/main" prst="roundRect">
            <a:avLst>
              <a:gd name="adj" fmla="val 6818"/>
            </a:avLst>
          </a:prstGeom>
          <a:solidFill xmlns:a="http://schemas.openxmlformats.org/drawingml/2006/main">
            <a:srgbClr val="E9ED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E6B3347-2C76-4CA5-8B95-7FB5AC0740E3}"/>
              </a:ext>
            </a:extLst>
          </p:cNvPr>
          <p:cNvSpPr>
            <a:spLocks xmlns:a="http://schemas.openxmlformats.org/drawingml/2006/main" noGrp="1"/>
          </p:cNvSpPr>
          <p:nvPr/>
        </p:nvSpPr>
        <p:spPr>
          <a:xfrm xmlns:a="http://schemas.openxmlformats.org/drawingml/2006/main">
            <a:off x="723900" y="2495550"/>
            <a:ext cx="57150" cy="1676400"/>
          </a:xfrm>
          <a:prstGeom xmlns:a="http://schemas.openxmlformats.org/drawingml/2006/main" prst="rect">
            <a:avLst/>
          </a:prstGeom>
          <a:solidFill xmlns:a="http://schemas.openxmlformats.org/drawingml/2006/main">
            <a:srgbClr val="14233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6CC2836-47E0-460F-8881-99B65E7B2F20}"/>
              </a:ext>
            </a:extLst>
          </p:cNvPr>
          <p:cNvSpPr>
            <a:spLocks xmlns:a="http://schemas.openxmlformats.org/drawingml/2006/main" noGrp="1"/>
          </p:cNvSpPr>
          <p:nvPr/>
        </p:nvSpPr>
        <p:spPr>
          <a:xfrm xmlns:a="http://schemas.openxmlformats.org/drawingml/2006/main">
            <a:off x="895350" y="26860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i="0">
                <a:solidFill>
                  <a:srgbClr val="14233F"/>
                </a:solidFill>
              </a:defRPr>
            </a:defPPr>
            <a:lvl1pPr algn="l">
              <a:defRPr sz="1200" b="1" i="0">
                <a:solidFill>
                  <a:srgbClr val="14233F"/>
                </a:solidFill>
              </a:defRPr>
            </a:lvl1pPr>
            <a:lvl2pPr algn="l">
              <a:defRPr sz="1200" b="1" i="0">
                <a:solidFill>
                  <a:srgbClr val="14233F"/>
                </a:solidFill>
              </a:defRPr>
            </a:lvl2pPr>
            <a:lvl3pPr algn="l">
              <a:defRPr sz="1200" b="1" i="0">
                <a:solidFill>
                  <a:srgbClr val="14233F"/>
                </a:solidFill>
              </a:defRPr>
            </a:lvl3pPr>
            <a:lvl4pPr algn="l">
              <a:defRPr sz="1200" b="1" i="0">
                <a:solidFill>
                  <a:srgbClr val="14233F"/>
                </a:solidFill>
              </a:defRPr>
            </a:lvl4pPr>
            <a:lvl5pPr algn="l">
              <a:defRPr sz="1200" b="1" i="0">
                <a:solidFill>
                  <a:srgbClr val="14233F"/>
                </a:solidFill>
              </a:defRPr>
            </a:lvl5pPr>
            <a:lvl6pPr algn="l">
              <a:defRPr sz="1200" b="1" i="0">
                <a:solidFill>
                  <a:srgbClr val="14233F"/>
                </a:solidFill>
              </a:defRPr>
            </a:lvl6pPr>
            <a:lvl7pPr algn="l">
              <a:defRPr sz="1200" b="1" i="0">
                <a:solidFill>
                  <a:srgbClr val="14233F"/>
                </a:solidFill>
              </a:defRPr>
            </a:lvl7pPr>
            <a:lvl8pPr algn="l">
              <a:defRPr sz="1200" b="1" i="0">
                <a:solidFill>
                  <a:srgbClr val="14233F"/>
                </a:solidFill>
              </a:defRPr>
            </a:lvl8pPr>
            <a:lvl9pPr algn="l">
              <a:defRPr sz="1200" b="1" i="0">
                <a:solidFill>
                  <a:srgbClr val="14233F"/>
                </a:solidFill>
              </a:defRPr>
            </a:lvl9pPr>
          </a:lstStyle>
          <a:p xmlns:a="http://schemas.openxmlformats.org/drawingml/2006/main">
            <a:pPr algn="l">
              <a:lnSpc>
                <a:spcPct val="105000"/>
              </a:lnSpc>
              <a:buNone/>
              <a:defRPr sz="1200" b="1" i="0">
                <a:solidFill>
                  <a:srgbClr val="14233F"/>
                </a:solidFill>
              </a:defRPr>
            </a:pPr>
            <a:r>
              <a:rPr sz="1200" b="1" i="0">
                <a:solidFill>
                  <a:srgbClr val="14233F"/>
                </a:solidFill>
              </a:rPr>
              <a:t>01</a:t>
            </a:r>
          </a:p>
        </p:txBody>
      </p:sp>
      <p:sp>
        <p:nvSpPr>
          <p:cNvPr id="10" name="">
            <a:extLst xmlns:a="http://schemas.openxmlformats.org/drawingml/2006/main">
              <a:ext uri="{FF2B5EF4-FFF2-40B4-BE49-F238E27FC236}">
                <a16:creationId xmlns:a16="http://schemas.microsoft.com/office/drawing/2014/main" id="{1DD6F7B4-DF9C-41C0-9EB6-55E49B0D2E72}"/>
              </a:ext>
            </a:extLst>
          </p:cNvPr>
          <p:cNvSpPr>
            <a:spLocks xmlns:a="http://schemas.openxmlformats.org/drawingml/2006/main" noGrp="1"/>
          </p:cNvSpPr>
          <p:nvPr/>
        </p:nvSpPr>
        <p:spPr>
          <a:xfrm xmlns:a="http://schemas.openxmlformats.org/drawingml/2006/main">
            <a:off x="895350" y="30861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i="0">
                <a:solidFill>
                  <a:srgbClr val="14233F"/>
                </a:solidFill>
              </a:defRPr>
            </a:defPPr>
            <a:lvl1pPr algn="l">
              <a:defRPr sz="1725" b="1" i="0">
                <a:solidFill>
                  <a:srgbClr val="14233F"/>
                </a:solidFill>
              </a:defRPr>
            </a:lvl1pPr>
            <a:lvl2pPr algn="l">
              <a:defRPr sz="1725" b="1" i="0">
                <a:solidFill>
                  <a:srgbClr val="14233F"/>
                </a:solidFill>
              </a:defRPr>
            </a:lvl2pPr>
            <a:lvl3pPr algn="l">
              <a:defRPr sz="1725" b="1" i="0">
                <a:solidFill>
                  <a:srgbClr val="14233F"/>
                </a:solidFill>
              </a:defRPr>
            </a:lvl3pPr>
            <a:lvl4pPr algn="l">
              <a:defRPr sz="1725" b="1" i="0">
                <a:solidFill>
                  <a:srgbClr val="14233F"/>
                </a:solidFill>
              </a:defRPr>
            </a:lvl4pPr>
            <a:lvl5pPr algn="l">
              <a:defRPr sz="1725" b="1" i="0">
                <a:solidFill>
                  <a:srgbClr val="14233F"/>
                </a:solidFill>
              </a:defRPr>
            </a:lvl5pPr>
            <a:lvl6pPr algn="l">
              <a:defRPr sz="1725" b="1" i="0">
                <a:solidFill>
                  <a:srgbClr val="14233F"/>
                </a:solidFill>
              </a:defRPr>
            </a:lvl6pPr>
            <a:lvl7pPr algn="l">
              <a:defRPr sz="1725" b="1" i="0">
                <a:solidFill>
                  <a:srgbClr val="14233F"/>
                </a:solidFill>
              </a:defRPr>
            </a:lvl7pPr>
            <a:lvl8pPr algn="l">
              <a:defRPr sz="1725" b="1" i="0">
                <a:solidFill>
                  <a:srgbClr val="14233F"/>
                </a:solidFill>
              </a:defRPr>
            </a:lvl8pPr>
            <a:lvl9pPr algn="l">
              <a:defRPr sz="1725" b="1" i="0">
                <a:solidFill>
                  <a:srgbClr val="14233F"/>
                </a:solidFill>
              </a:defRPr>
            </a:lvl9pPr>
          </a:lstStyle>
          <a:p xmlns:a="http://schemas.openxmlformats.org/drawingml/2006/main">
            <a:pPr algn="l">
              <a:lnSpc>
                <a:spcPct val="105000"/>
              </a:lnSpc>
              <a:buNone/>
              <a:defRPr sz="1725" b="1" i="0">
                <a:solidFill>
                  <a:srgbClr val="14233F"/>
                </a:solidFill>
              </a:defRPr>
            </a:pPr>
            <a:r>
              <a:rPr sz="1725" b="1" i="0">
                <a:solidFill>
                  <a:srgbClr val="14233F"/>
                </a:solidFill>
              </a:rPr>
              <a:t>PDF corpus</a:t>
            </a:r>
          </a:p>
        </p:txBody>
      </p:sp>
      <p:sp>
        <p:nvSpPr>
          <p:cNvPr id="11" name="">
            <a:extLst xmlns:a="http://schemas.openxmlformats.org/drawingml/2006/main">
              <a:ext uri="{FF2B5EF4-FFF2-40B4-BE49-F238E27FC236}">
                <a16:creationId xmlns:a16="http://schemas.microsoft.com/office/drawing/2014/main" id="{EF69FB39-A264-4777-93B8-77924592E55E}"/>
              </a:ext>
            </a:extLst>
          </p:cNvPr>
          <p:cNvSpPr>
            <a:spLocks xmlns:a="http://schemas.openxmlformats.org/drawingml/2006/main" noGrp="1"/>
          </p:cNvSpPr>
          <p:nvPr/>
        </p:nvSpPr>
        <p:spPr>
          <a:xfrm xmlns:a="http://schemas.openxmlformats.org/drawingml/2006/main">
            <a:off x="895350" y="3505200"/>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i="0">
                <a:solidFill>
                  <a:srgbClr val="263755"/>
                </a:solidFill>
              </a:defRPr>
            </a:defPPr>
            <a:lvl1pPr algn="l">
              <a:defRPr sz="1350" b="0" i="0">
                <a:solidFill>
                  <a:srgbClr val="263755"/>
                </a:solidFill>
              </a:defRPr>
            </a:lvl1pPr>
            <a:lvl2pPr algn="l">
              <a:defRPr sz="1350" b="0" i="0">
                <a:solidFill>
                  <a:srgbClr val="263755"/>
                </a:solidFill>
              </a:defRPr>
            </a:lvl2pPr>
            <a:lvl3pPr algn="l">
              <a:defRPr sz="1350" b="0" i="0">
                <a:solidFill>
                  <a:srgbClr val="263755"/>
                </a:solidFill>
              </a:defRPr>
            </a:lvl3pPr>
            <a:lvl4pPr algn="l">
              <a:defRPr sz="1350" b="0" i="0">
                <a:solidFill>
                  <a:srgbClr val="263755"/>
                </a:solidFill>
              </a:defRPr>
            </a:lvl4pPr>
            <a:lvl5pPr algn="l">
              <a:defRPr sz="1350" b="0" i="0">
                <a:solidFill>
                  <a:srgbClr val="263755"/>
                </a:solidFill>
              </a:defRPr>
            </a:lvl5pPr>
            <a:lvl6pPr algn="l">
              <a:defRPr sz="1350" b="0" i="0">
                <a:solidFill>
                  <a:srgbClr val="263755"/>
                </a:solidFill>
              </a:defRPr>
            </a:lvl6pPr>
            <a:lvl7pPr algn="l">
              <a:defRPr sz="1350" b="0" i="0">
                <a:solidFill>
                  <a:srgbClr val="263755"/>
                </a:solidFill>
              </a:defRPr>
            </a:lvl7pPr>
            <a:lvl8pPr algn="l">
              <a:defRPr sz="1350" b="0" i="0">
                <a:solidFill>
                  <a:srgbClr val="263755"/>
                </a:solidFill>
              </a:defRPr>
            </a:lvl8pPr>
            <a:lvl9pPr algn="l">
              <a:defRPr sz="1350" b="0" i="0">
                <a:solidFill>
                  <a:srgbClr val="263755"/>
                </a:solidFill>
              </a:defRPr>
            </a:lvl9pPr>
          </a:lstStyle>
          <a:p xmlns:a="http://schemas.openxmlformats.org/drawingml/2006/main">
            <a:pPr algn="l">
              <a:lnSpc>
                <a:spcPct val="108000"/>
              </a:lnSpc>
              <a:buNone/>
              <a:defRPr sz="1350" b="0" i="0">
                <a:solidFill>
                  <a:srgbClr val="263755"/>
                </a:solidFill>
              </a:defRPr>
            </a:pPr>
            <a:r>
              <a:rPr sz="1350" b="0" i="0">
                <a:solidFill>
                  <a:srgbClr val="263755"/>
                </a:solidFill>
              </a:rPr>
              <a:t>45 local papers</a:t>
            </a:r>
          </a:p>
        </p:txBody>
      </p:sp>
      <p:sp>
        <p:nvSpPr>
          <p:cNvPr id="12" name="">
            <a:extLst xmlns:a="http://schemas.openxmlformats.org/drawingml/2006/main">
              <a:ext uri="{FF2B5EF4-FFF2-40B4-BE49-F238E27FC236}">
                <a16:creationId xmlns:a16="http://schemas.microsoft.com/office/drawing/2014/main" id="{281B4198-216B-4953-8004-46D1849D998D}"/>
              </a:ext>
            </a:extLst>
          </p:cNvPr>
          <p:cNvSpPr>
            <a:spLocks xmlns:a="http://schemas.openxmlformats.org/drawingml/2006/main" noGrp="1"/>
          </p:cNvSpPr>
          <p:nvPr/>
        </p:nvSpPr>
        <p:spPr>
          <a:xfrm xmlns:a="http://schemas.openxmlformats.org/drawingml/2006/main">
            <a:off x="2667000" y="3133725"/>
            <a:ext cx="209550" cy="285750"/>
          </a:xfrm>
          <a:prstGeom xmlns:a="http://schemas.openxmlformats.org/drawingml/2006/main" prst="rightArrow">
            <a:avLst/>
          </a:prstGeom>
          <a:solidFill xmlns:a="http://schemas.openxmlformats.org/drawingml/2006/main">
            <a:srgbClr val="65728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1129EE3-1E7A-4C14-8262-4FC871C1DDF5}"/>
              </a:ext>
            </a:extLst>
          </p:cNvPr>
          <p:cNvSpPr>
            <a:spLocks xmlns:a="http://schemas.openxmlformats.org/drawingml/2006/main" noGrp="1"/>
          </p:cNvSpPr>
          <p:nvPr/>
        </p:nvSpPr>
        <p:spPr>
          <a:xfrm xmlns:a="http://schemas.openxmlformats.org/drawingml/2006/main">
            <a:off x="2933700" y="2495550"/>
            <a:ext cx="1866900" cy="1676400"/>
          </a:xfrm>
          <a:prstGeom xmlns:a="http://schemas.openxmlformats.org/drawingml/2006/main" prst="roundRect">
            <a:avLst>
              <a:gd name="adj" fmla="val 6818"/>
            </a:avLst>
          </a:prstGeom>
          <a:solidFill xmlns:a="http://schemas.openxmlformats.org/drawingml/2006/main">
            <a:srgbClr val="E3F0E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54DC271-A8EE-4625-BB3F-32AB76A728EB}"/>
              </a:ext>
            </a:extLst>
          </p:cNvPr>
          <p:cNvSpPr>
            <a:spLocks xmlns:a="http://schemas.openxmlformats.org/drawingml/2006/main" noGrp="1"/>
          </p:cNvSpPr>
          <p:nvPr/>
        </p:nvSpPr>
        <p:spPr>
          <a:xfrm xmlns:a="http://schemas.openxmlformats.org/drawingml/2006/main">
            <a:off x="2933700" y="2495550"/>
            <a:ext cx="57150" cy="1676400"/>
          </a:xfrm>
          <a:prstGeom xmlns:a="http://schemas.openxmlformats.org/drawingml/2006/main" prst="rect">
            <a:avLst/>
          </a:prstGeom>
          <a:solidFill xmlns:a="http://schemas.openxmlformats.org/drawingml/2006/main">
            <a:srgbClr val="278C8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48BFDA1-F53E-45E8-A4BF-B835FEC02DAC}"/>
              </a:ext>
            </a:extLst>
          </p:cNvPr>
          <p:cNvSpPr>
            <a:spLocks xmlns:a="http://schemas.openxmlformats.org/drawingml/2006/main" noGrp="1"/>
          </p:cNvSpPr>
          <p:nvPr/>
        </p:nvSpPr>
        <p:spPr>
          <a:xfrm xmlns:a="http://schemas.openxmlformats.org/drawingml/2006/main">
            <a:off x="3105150" y="26860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i="0">
                <a:solidFill>
                  <a:srgbClr val="278C8C"/>
                </a:solidFill>
              </a:defRPr>
            </a:defPPr>
            <a:lvl1pPr algn="l">
              <a:defRPr sz="1200" b="1" i="0">
                <a:solidFill>
                  <a:srgbClr val="278C8C"/>
                </a:solidFill>
              </a:defRPr>
            </a:lvl1pPr>
            <a:lvl2pPr algn="l">
              <a:defRPr sz="1200" b="1" i="0">
                <a:solidFill>
                  <a:srgbClr val="278C8C"/>
                </a:solidFill>
              </a:defRPr>
            </a:lvl2pPr>
            <a:lvl3pPr algn="l">
              <a:defRPr sz="1200" b="1" i="0">
                <a:solidFill>
                  <a:srgbClr val="278C8C"/>
                </a:solidFill>
              </a:defRPr>
            </a:lvl3pPr>
            <a:lvl4pPr algn="l">
              <a:defRPr sz="1200" b="1" i="0">
                <a:solidFill>
                  <a:srgbClr val="278C8C"/>
                </a:solidFill>
              </a:defRPr>
            </a:lvl4pPr>
            <a:lvl5pPr algn="l">
              <a:defRPr sz="1200" b="1" i="0">
                <a:solidFill>
                  <a:srgbClr val="278C8C"/>
                </a:solidFill>
              </a:defRPr>
            </a:lvl5pPr>
            <a:lvl6pPr algn="l">
              <a:defRPr sz="1200" b="1" i="0">
                <a:solidFill>
                  <a:srgbClr val="278C8C"/>
                </a:solidFill>
              </a:defRPr>
            </a:lvl6pPr>
            <a:lvl7pPr algn="l">
              <a:defRPr sz="1200" b="1" i="0">
                <a:solidFill>
                  <a:srgbClr val="278C8C"/>
                </a:solidFill>
              </a:defRPr>
            </a:lvl7pPr>
            <a:lvl8pPr algn="l">
              <a:defRPr sz="1200" b="1" i="0">
                <a:solidFill>
                  <a:srgbClr val="278C8C"/>
                </a:solidFill>
              </a:defRPr>
            </a:lvl8pPr>
            <a:lvl9pPr algn="l">
              <a:defRPr sz="1200" b="1" i="0">
                <a:solidFill>
                  <a:srgbClr val="278C8C"/>
                </a:solidFill>
              </a:defRPr>
            </a:lvl9pPr>
          </a:lstStyle>
          <a:p xmlns:a="http://schemas.openxmlformats.org/drawingml/2006/main">
            <a:pPr algn="l">
              <a:lnSpc>
                <a:spcPct val="105000"/>
              </a:lnSpc>
              <a:buNone/>
              <a:defRPr sz="1200" b="1" i="0">
                <a:solidFill>
                  <a:srgbClr val="278C8C"/>
                </a:solidFill>
              </a:defRPr>
            </a:pPr>
            <a:r>
              <a:rPr sz="1200" b="1" i="0">
                <a:solidFill>
                  <a:srgbClr val="278C8C"/>
                </a:solidFill>
              </a:rPr>
              <a:t>02</a:t>
            </a:r>
          </a:p>
        </p:txBody>
      </p:sp>
      <p:sp>
        <p:nvSpPr>
          <p:cNvPr id="16" name="">
            <a:extLst xmlns:a="http://schemas.openxmlformats.org/drawingml/2006/main">
              <a:ext uri="{FF2B5EF4-FFF2-40B4-BE49-F238E27FC236}">
                <a16:creationId xmlns:a16="http://schemas.microsoft.com/office/drawing/2014/main" id="{A12C19FB-E795-4806-9B46-19381F25E441}"/>
              </a:ext>
            </a:extLst>
          </p:cNvPr>
          <p:cNvSpPr>
            <a:spLocks xmlns:a="http://schemas.openxmlformats.org/drawingml/2006/main" noGrp="1"/>
          </p:cNvSpPr>
          <p:nvPr/>
        </p:nvSpPr>
        <p:spPr>
          <a:xfrm xmlns:a="http://schemas.openxmlformats.org/drawingml/2006/main">
            <a:off x="3105150" y="30861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i="0">
                <a:solidFill>
                  <a:srgbClr val="14233F"/>
                </a:solidFill>
              </a:defRPr>
            </a:defPPr>
            <a:lvl1pPr algn="l">
              <a:defRPr sz="1725" b="1" i="0">
                <a:solidFill>
                  <a:srgbClr val="14233F"/>
                </a:solidFill>
              </a:defRPr>
            </a:lvl1pPr>
            <a:lvl2pPr algn="l">
              <a:defRPr sz="1725" b="1" i="0">
                <a:solidFill>
                  <a:srgbClr val="14233F"/>
                </a:solidFill>
              </a:defRPr>
            </a:lvl2pPr>
            <a:lvl3pPr algn="l">
              <a:defRPr sz="1725" b="1" i="0">
                <a:solidFill>
                  <a:srgbClr val="14233F"/>
                </a:solidFill>
              </a:defRPr>
            </a:lvl3pPr>
            <a:lvl4pPr algn="l">
              <a:defRPr sz="1725" b="1" i="0">
                <a:solidFill>
                  <a:srgbClr val="14233F"/>
                </a:solidFill>
              </a:defRPr>
            </a:lvl4pPr>
            <a:lvl5pPr algn="l">
              <a:defRPr sz="1725" b="1" i="0">
                <a:solidFill>
                  <a:srgbClr val="14233F"/>
                </a:solidFill>
              </a:defRPr>
            </a:lvl5pPr>
            <a:lvl6pPr algn="l">
              <a:defRPr sz="1725" b="1" i="0">
                <a:solidFill>
                  <a:srgbClr val="14233F"/>
                </a:solidFill>
              </a:defRPr>
            </a:lvl6pPr>
            <a:lvl7pPr algn="l">
              <a:defRPr sz="1725" b="1" i="0">
                <a:solidFill>
                  <a:srgbClr val="14233F"/>
                </a:solidFill>
              </a:defRPr>
            </a:lvl7pPr>
            <a:lvl8pPr algn="l">
              <a:defRPr sz="1725" b="1" i="0">
                <a:solidFill>
                  <a:srgbClr val="14233F"/>
                </a:solidFill>
              </a:defRPr>
            </a:lvl8pPr>
            <a:lvl9pPr algn="l">
              <a:defRPr sz="1725" b="1" i="0">
                <a:solidFill>
                  <a:srgbClr val="14233F"/>
                </a:solidFill>
              </a:defRPr>
            </a:lvl9pPr>
          </a:lstStyle>
          <a:p xmlns:a="http://schemas.openxmlformats.org/drawingml/2006/main">
            <a:pPr algn="l">
              <a:lnSpc>
                <a:spcPct val="105000"/>
              </a:lnSpc>
              <a:buNone/>
              <a:defRPr sz="1725" b="1" i="0">
                <a:solidFill>
                  <a:srgbClr val="14233F"/>
                </a:solidFill>
              </a:defRPr>
            </a:pPr>
            <a:r>
              <a:rPr sz="1725" b="1" i="0">
                <a:solidFill>
                  <a:srgbClr val="14233F"/>
                </a:solidFill>
              </a:rPr>
              <a:t>Extract &amp; split</a:t>
            </a:r>
          </a:p>
        </p:txBody>
      </p:sp>
      <p:sp>
        <p:nvSpPr>
          <p:cNvPr id="17" name="">
            <a:extLst xmlns:a="http://schemas.openxmlformats.org/drawingml/2006/main">
              <a:ext uri="{FF2B5EF4-FFF2-40B4-BE49-F238E27FC236}">
                <a16:creationId xmlns:a16="http://schemas.microsoft.com/office/drawing/2014/main" id="{BC1F3331-2347-4D1C-B192-6C923419B6D1}"/>
              </a:ext>
            </a:extLst>
          </p:cNvPr>
          <p:cNvSpPr>
            <a:spLocks xmlns:a="http://schemas.openxmlformats.org/drawingml/2006/main" noGrp="1"/>
          </p:cNvSpPr>
          <p:nvPr/>
        </p:nvSpPr>
        <p:spPr>
          <a:xfrm xmlns:a="http://schemas.openxmlformats.org/drawingml/2006/main">
            <a:off x="3105150" y="3505200"/>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i="0">
                <a:solidFill>
                  <a:srgbClr val="263755"/>
                </a:solidFill>
              </a:defRPr>
            </a:defPPr>
            <a:lvl1pPr algn="l">
              <a:defRPr sz="1350" b="0" i="0">
                <a:solidFill>
                  <a:srgbClr val="263755"/>
                </a:solidFill>
              </a:defRPr>
            </a:lvl1pPr>
            <a:lvl2pPr algn="l">
              <a:defRPr sz="1350" b="0" i="0">
                <a:solidFill>
                  <a:srgbClr val="263755"/>
                </a:solidFill>
              </a:defRPr>
            </a:lvl2pPr>
            <a:lvl3pPr algn="l">
              <a:defRPr sz="1350" b="0" i="0">
                <a:solidFill>
                  <a:srgbClr val="263755"/>
                </a:solidFill>
              </a:defRPr>
            </a:lvl3pPr>
            <a:lvl4pPr algn="l">
              <a:defRPr sz="1350" b="0" i="0">
                <a:solidFill>
                  <a:srgbClr val="263755"/>
                </a:solidFill>
              </a:defRPr>
            </a:lvl4pPr>
            <a:lvl5pPr algn="l">
              <a:defRPr sz="1350" b="0" i="0">
                <a:solidFill>
                  <a:srgbClr val="263755"/>
                </a:solidFill>
              </a:defRPr>
            </a:lvl5pPr>
            <a:lvl6pPr algn="l">
              <a:defRPr sz="1350" b="0" i="0">
                <a:solidFill>
                  <a:srgbClr val="263755"/>
                </a:solidFill>
              </a:defRPr>
            </a:lvl6pPr>
            <a:lvl7pPr algn="l">
              <a:defRPr sz="1350" b="0" i="0">
                <a:solidFill>
                  <a:srgbClr val="263755"/>
                </a:solidFill>
              </a:defRPr>
            </a:lvl7pPr>
            <a:lvl8pPr algn="l">
              <a:defRPr sz="1350" b="0" i="0">
                <a:solidFill>
                  <a:srgbClr val="263755"/>
                </a:solidFill>
              </a:defRPr>
            </a:lvl8pPr>
            <a:lvl9pPr algn="l">
              <a:defRPr sz="1350" b="0" i="0">
                <a:solidFill>
                  <a:srgbClr val="263755"/>
                </a:solidFill>
              </a:defRPr>
            </a:lvl9pPr>
          </a:lstStyle>
          <a:p xmlns:a="http://schemas.openxmlformats.org/drawingml/2006/main">
            <a:pPr algn="l">
              <a:lnSpc>
                <a:spcPct val="108000"/>
              </a:lnSpc>
              <a:buNone/>
              <a:defRPr sz="1350" b="0" i="0">
                <a:solidFill>
                  <a:srgbClr val="263755"/>
                </a:solidFill>
              </a:defRPr>
            </a:pPr>
            <a:r>
              <a:rPr sz="1350" b="0" i="0">
                <a:solidFill>
                  <a:srgbClr val="263755"/>
                </a:solidFill>
              </a:rPr>
              <a:t>480-token chunks</a:t>
            </a:r>
          </a:p>
          <a:p xmlns:a="http://schemas.openxmlformats.org/drawingml/2006/main">
            <a:pPr algn="l">
              <a:lnSpc>
                <a:spcPct val="108000"/>
              </a:lnSpc>
              <a:buNone/>
              <a:defRPr sz="1350" b="0" i="0">
                <a:solidFill>
                  <a:srgbClr val="263755"/>
                </a:solidFill>
              </a:defRPr>
            </a:pPr>
            <a:r>
              <a:rPr sz="1350" b="0" i="0">
                <a:solidFill>
                  <a:srgbClr val="263755"/>
                </a:solidFill>
              </a:rPr>
              <a:t>128-token overlap</a:t>
            </a:r>
          </a:p>
        </p:txBody>
      </p:sp>
      <p:sp>
        <p:nvSpPr>
          <p:cNvPr id="18" name="">
            <a:extLst xmlns:a="http://schemas.openxmlformats.org/drawingml/2006/main">
              <a:ext uri="{FF2B5EF4-FFF2-40B4-BE49-F238E27FC236}">
                <a16:creationId xmlns:a16="http://schemas.microsoft.com/office/drawing/2014/main" id="{BB9BBC81-310D-42AE-958A-D5DA7C5680A6}"/>
              </a:ext>
            </a:extLst>
          </p:cNvPr>
          <p:cNvSpPr>
            <a:spLocks xmlns:a="http://schemas.openxmlformats.org/drawingml/2006/main" noGrp="1"/>
          </p:cNvSpPr>
          <p:nvPr/>
        </p:nvSpPr>
        <p:spPr>
          <a:xfrm xmlns:a="http://schemas.openxmlformats.org/drawingml/2006/main">
            <a:off x="4876800" y="3133725"/>
            <a:ext cx="209550" cy="285750"/>
          </a:xfrm>
          <a:prstGeom xmlns:a="http://schemas.openxmlformats.org/drawingml/2006/main" prst="rightArrow">
            <a:avLst/>
          </a:prstGeom>
          <a:solidFill xmlns:a="http://schemas.openxmlformats.org/drawingml/2006/main">
            <a:srgbClr val="6572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16D8048-BC71-4318-88A0-FB1188635482}"/>
              </a:ext>
            </a:extLst>
          </p:cNvPr>
          <p:cNvSpPr>
            <a:spLocks xmlns:a="http://schemas.openxmlformats.org/drawingml/2006/main" noGrp="1"/>
          </p:cNvSpPr>
          <p:nvPr/>
        </p:nvSpPr>
        <p:spPr>
          <a:xfrm xmlns:a="http://schemas.openxmlformats.org/drawingml/2006/main">
            <a:off x="5143500" y="2495550"/>
            <a:ext cx="1866900" cy="1676400"/>
          </a:xfrm>
          <a:prstGeom xmlns:a="http://schemas.openxmlformats.org/drawingml/2006/main" prst="roundRect">
            <a:avLst>
              <a:gd name="adj" fmla="val 6818"/>
            </a:avLst>
          </a:prstGeom>
          <a:solidFill xmlns:a="http://schemas.openxmlformats.org/drawingml/2006/main">
            <a:srgbClr val="E9EDF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1FDBB71-D637-444F-BF3F-757AB3782BCC}"/>
              </a:ext>
            </a:extLst>
          </p:cNvPr>
          <p:cNvSpPr>
            <a:spLocks xmlns:a="http://schemas.openxmlformats.org/drawingml/2006/main" noGrp="1"/>
          </p:cNvSpPr>
          <p:nvPr/>
        </p:nvSpPr>
        <p:spPr>
          <a:xfrm xmlns:a="http://schemas.openxmlformats.org/drawingml/2006/main">
            <a:off x="5143500" y="2495550"/>
            <a:ext cx="57150" cy="1676400"/>
          </a:xfrm>
          <a:prstGeom xmlns:a="http://schemas.openxmlformats.org/drawingml/2006/main" prst="rect">
            <a:avLst/>
          </a:prstGeom>
          <a:solidFill xmlns:a="http://schemas.openxmlformats.org/drawingml/2006/main">
            <a:srgbClr val="14233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657CBC7-F611-4627-940A-91D079717235}"/>
              </a:ext>
            </a:extLst>
          </p:cNvPr>
          <p:cNvSpPr>
            <a:spLocks xmlns:a="http://schemas.openxmlformats.org/drawingml/2006/main" noGrp="1"/>
          </p:cNvSpPr>
          <p:nvPr/>
        </p:nvSpPr>
        <p:spPr>
          <a:xfrm xmlns:a="http://schemas.openxmlformats.org/drawingml/2006/main">
            <a:off x="5314950" y="26860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i="0">
                <a:solidFill>
                  <a:srgbClr val="14233F"/>
                </a:solidFill>
              </a:defRPr>
            </a:defPPr>
            <a:lvl1pPr algn="l">
              <a:defRPr sz="1200" b="1" i="0">
                <a:solidFill>
                  <a:srgbClr val="14233F"/>
                </a:solidFill>
              </a:defRPr>
            </a:lvl1pPr>
            <a:lvl2pPr algn="l">
              <a:defRPr sz="1200" b="1" i="0">
                <a:solidFill>
                  <a:srgbClr val="14233F"/>
                </a:solidFill>
              </a:defRPr>
            </a:lvl2pPr>
            <a:lvl3pPr algn="l">
              <a:defRPr sz="1200" b="1" i="0">
                <a:solidFill>
                  <a:srgbClr val="14233F"/>
                </a:solidFill>
              </a:defRPr>
            </a:lvl3pPr>
            <a:lvl4pPr algn="l">
              <a:defRPr sz="1200" b="1" i="0">
                <a:solidFill>
                  <a:srgbClr val="14233F"/>
                </a:solidFill>
              </a:defRPr>
            </a:lvl4pPr>
            <a:lvl5pPr algn="l">
              <a:defRPr sz="1200" b="1" i="0">
                <a:solidFill>
                  <a:srgbClr val="14233F"/>
                </a:solidFill>
              </a:defRPr>
            </a:lvl5pPr>
            <a:lvl6pPr algn="l">
              <a:defRPr sz="1200" b="1" i="0">
                <a:solidFill>
                  <a:srgbClr val="14233F"/>
                </a:solidFill>
              </a:defRPr>
            </a:lvl6pPr>
            <a:lvl7pPr algn="l">
              <a:defRPr sz="1200" b="1" i="0">
                <a:solidFill>
                  <a:srgbClr val="14233F"/>
                </a:solidFill>
              </a:defRPr>
            </a:lvl7pPr>
            <a:lvl8pPr algn="l">
              <a:defRPr sz="1200" b="1" i="0">
                <a:solidFill>
                  <a:srgbClr val="14233F"/>
                </a:solidFill>
              </a:defRPr>
            </a:lvl8pPr>
            <a:lvl9pPr algn="l">
              <a:defRPr sz="1200" b="1" i="0">
                <a:solidFill>
                  <a:srgbClr val="14233F"/>
                </a:solidFill>
              </a:defRPr>
            </a:lvl9pPr>
          </a:lstStyle>
          <a:p xmlns:a="http://schemas.openxmlformats.org/drawingml/2006/main">
            <a:pPr algn="l">
              <a:lnSpc>
                <a:spcPct val="105000"/>
              </a:lnSpc>
              <a:buNone/>
              <a:defRPr sz="1200" b="1" i="0">
                <a:solidFill>
                  <a:srgbClr val="14233F"/>
                </a:solidFill>
              </a:defRPr>
            </a:pPr>
            <a:r>
              <a:rPr sz="1200" b="1" i="0">
                <a:solidFill>
                  <a:srgbClr val="14233F"/>
                </a:solidFill>
              </a:rPr>
              <a:t>03</a:t>
            </a:r>
          </a:p>
        </p:txBody>
      </p:sp>
      <p:sp>
        <p:nvSpPr>
          <p:cNvPr id="22" name="">
            <a:extLst xmlns:a="http://schemas.openxmlformats.org/drawingml/2006/main">
              <a:ext uri="{FF2B5EF4-FFF2-40B4-BE49-F238E27FC236}">
                <a16:creationId xmlns:a16="http://schemas.microsoft.com/office/drawing/2014/main" id="{ECEEB443-B245-4609-BA7F-0D62C5C64BB0}"/>
              </a:ext>
            </a:extLst>
          </p:cNvPr>
          <p:cNvSpPr>
            <a:spLocks xmlns:a="http://schemas.openxmlformats.org/drawingml/2006/main" noGrp="1"/>
          </p:cNvSpPr>
          <p:nvPr/>
        </p:nvSpPr>
        <p:spPr>
          <a:xfrm xmlns:a="http://schemas.openxmlformats.org/drawingml/2006/main">
            <a:off x="5314950" y="30861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i="0">
                <a:solidFill>
                  <a:srgbClr val="14233F"/>
                </a:solidFill>
              </a:defRPr>
            </a:defPPr>
            <a:lvl1pPr algn="l">
              <a:defRPr sz="1725" b="1" i="0">
                <a:solidFill>
                  <a:srgbClr val="14233F"/>
                </a:solidFill>
              </a:defRPr>
            </a:lvl1pPr>
            <a:lvl2pPr algn="l">
              <a:defRPr sz="1725" b="1" i="0">
                <a:solidFill>
                  <a:srgbClr val="14233F"/>
                </a:solidFill>
              </a:defRPr>
            </a:lvl2pPr>
            <a:lvl3pPr algn="l">
              <a:defRPr sz="1725" b="1" i="0">
                <a:solidFill>
                  <a:srgbClr val="14233F"/>
                </a:solidFill>
              </a:defRPr>
            </a:lvl3pPr>
            <a:lvl4pPr algn="l">
              <a:defRPr sz="1725" b="1" i="0">
                <a:solidFill>
                  <a:srgbClr val="14233F"/>
                </a:solidFill>
              </a:defRPr>
            </a:lvl4pPr>
            <a:lvl5pPr algn="l">
              <a:defRPr sz="1725" b="1" i="0">
                <a:solidFill>
                  <a:srgbClr val="14233F"/>
                </a:solidFill>
              </a:defRPr>
            </a:lvl5pPr>
            <a:lvl6pPr algn="l">
              <a:defRPr sz="1725" b="1" i="0">
                <a:solidFill>
                  <a:srgbClr val="14233F"/>
                </a:solidFill>
              </a:defRPr>
            </a:lvl6pPr>
            <a:lvl7pPr algn="l">
              <a:defRPr sz="1725" b="1" i="0">
                <a:solidFill>
                  <a:srgbClr val="14233F"/>
                </a:solidFill>
              </a:defRPr>
            </a:lvl7pPr>
            <a:lvl8pPr algn="l">
              <a:defRPr sz="1725" b="1" i="0">
                <a:solidFill>
                  <a:srgbClr val="14233F"/>
                </a:solidFill>
              </a:defRPr>
            </a:lvl8pPr>
            <a:lvl9pPr algn="l">
              <a:defRPr sz="1725" b="1" i="0">
                <a:solidFill>
                  <a:srgbClr val="14233F"/>
                </a:solidFill>
              </a:defRPr>
            </a:lvl9pPr>
          </a:lstStyle>
          <a:p xmlns:a="http://schemas.openxmlformats.org/drawingml/2006/main">
            <a:pPr algn="l">
              <a:lnSpc>
                <a:spcPct val="105000"/>
              </a:lnSpc>
              <a:buNone/>
              <a:defRPr sz="1725" b="1" i="0">
                <a:solidFill>
                  <a:srgbClr val="14233F"/>
                </a:solidFill>
              </a:defRPr>
            </a:pPr>
            <a:r>
              <a:rPr sz="1725" b="1" i="0">
                <a:solidFill>
                  <a:srgbClr val="14233F"/>
                </a:solidFill>
              </a:rPr>
              <a:t>Represent</a:t>
            </a:r>
          </a:p>
        </p:txBody>
      </p:sp>
      <p:sp>
        <p:nvSpPr>
          <p:cNvPr id="23" name="">
            <a:extLst xmlns:a="http://schemas.openxmlformats.org/drawingml/2006/main">
              <a:ext uri="{FF2B5EF4-FFF2-40B4-BE49-F238E27FC236}">
                <a16:creationId xmlns:a16="http://schemas.microsoft.com/office/drawing/2014/main" id="{7AF60C9B-CF63-46FB-8447-E6F6E01824FA}"/>
              </a:ext>
            </a:extLst>
          </p:cNvPr>
          <p:cNvSpPr>
            <a:spLocks xmlns:a="http://schemas.openxmlformats.org/drawingml/2006/main" noGrp="1"/>
          </p:cNvSpPr>
          <p:nvPr/>
        </p:nvSpPr>
        <p:spPr>
          <a:xfrm xmlns:a="http://schemas.openxmlformats.org/drawingml/2006/main">
            <a:off x="5314950" y="3505200"/>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i="0">
                <a:solidFill>
                  <a:srgbClr val="263755"/>
                </a:solidFill>
              </a:defRPr>
            </a:defPPr>
            <a:lvl1pPr algn="l">
              <a:defRPr sz="1350" b="0" i="0">
                <a:solidFill>
                  <a:srgbClr val="263755"/>
                </a:solidFill>
              </a:defRPr>
            </a:lvl1pPr>
            <a:lvl2pPr algn="l">
              <a:defRPr sz="1350" b="0" i="0">
                <a:solidFill>
                  <a:srgbClr val="263755"/>
                </a:solidFill>
              </a:defRPr>
            </a:lvl2pPr>
            <a:lvl3pPr algn="l">
              <a:defRPr sz="1350" b="0" i="0">
                <a:solidFill>
                  <a:srgbClr val="263755"/>
                </a:solidFill>
              </a:defRPr>
            </a:lvl3pPr>
            <a:lvl4pPr algn="l">
              <a:defRPr sz="1350" b="0" i="0">
                <a:solidFill>
                  <a:srgbClr val="263755"/>
                </a:solidFill>
              </a:defRPr>
            </a:lvl4pPr>
            <a:lvl5pPr algn="l">
              <a:defRPr sz="1350" b="0" i="0">
                <a:solidFill>
                  <a:srgbClr val="263755"/>
                </a:solidFill>
              </a:defRPr>
            </a:lvl5pPr>
            <a:lvl6pPr algn="l">
              <a:defRPr sz="1350" b="0" i="0">
                <a:solidFill>
                  <a:srgbClr val="263755"/>
                </a:solidFill>
              </a:defRPr>
            </a:lvl6pPr>
            <a:lvl7pPr algn="l">
              <a:defRPr sz="1350" b="0" i="0">
                <a:solidFill>
                  <a:srgbClr val="263755"/>
                </a:solidFill>
              </a:defRPr>
            </a:lvl7pPr>
            <a:lvl8pPr algn="l">
              <a:defRPr sz="1350" b="0" i="0">
                <a:solidFill>
                  <a:srgbClr val="263755"/>
                </a:solidFill>
              </a:defRPr>
            </a:lvl8pPr>
            <a:lvl9pPr algn="l">
              <a:defRPr sz="1350" b="0" i="0">
                <a:solidFill>
                  <a:srgbClr val="263755"/>
                </a:solidFill>
              </a:defRPr>
            </a:lvl9pPr>
          </a:lstStyle>
          <a:p xmlns:a="http://schemas.openxmlformats.org/drawingml/2006/main">
            <a:pPr algn="l">
              <a:lnSpc>
                <a:spcPct val="108000"/>
              </a:lnSpc>
              <a:buNone/>
              <a:defRPr sz="1350" b="0" i="0">
                <a:solidFill>
                  <a:srgbClr val="263755"/>
                </a:solidFill>
              </a:defRPr>
            </a:pPr>
            <a:r>
              <a:rPr sz="1350" b="0" i="0">
                <a:solidFill>
                  <a:srgbClr val="263755"/>
                </a:solidFill>
              </a:rPr>
              <a:t>Multilingual</a:t>
            </a:r>
          </a:p>
          <a:p xmlns:a="http://schemas.openxmlformats.org/drawingml/2006/main">
            <a:pPr algn="l">
              <a:lnSpc>
                <a:spcPct val="108000"/>
              </a:lnSpc>
              <a:buNone/>
              <a:defRPr sz="1350" b="0" i="0">
                <a:solidFill>
                  <a:srgbClr val="263755"/>
                </a:solidFill>
              </a:defRPr>
            </a:pPr>
            <a:r>
              <a:rPr sz="1350" b="0" i="0">
                <a:solidFill>
                  <a:srgbClr val="263755"/>
                </a:solidFill>
              </a:rPr>
              <a:t>384-D embeddings</a:t>
            </a:r>
          </a:p>
        </p:txBody>
      </p:sp>
      <p:sp>
        <p:nvSpPr>
          <p:cNvPr id="24" name="">
            <a:extLst xmlns:a="http://schemas.openxmlformats.org/drawingml/2006/main">
              <a:ext uri="{FF2B5EF4-FFF2-40B4-BE49-F238E27FC236}">
                <a16:creationId xmlns:a16="http://schemas.microsoft.com/office/drawing/2014/main" id="{71BAC253-8524-4E3D-AC2D-0B4FE0540BA1}"/>
              </a:ext>
            </a:extLst>
          </p:cNvPr>
          <p:cNvSpPr>
            <a:spLocks xmlns:a="http://schemas.openxmlformats.org/drawingml/2006/main" noGrp="1"/>
          </p:cNvSpPr>
          <p:nvPr/>
        </p:nvSpPr>
        <p:spPr>
          <a:xfrm xmlns:a="http://schemas.openxmlformats.org/drawingml/2006/main">
            <a:off x="7086600" y="3133725"/>
            <a:ext cx="209550" cy="285750"/>
          </a:xfrm>
          <a:prstGeom xmlns:a="http://schemas.openxmlformats.org/drawingml/2006/main" prst="rightArrow">
            <a:avLst/>
          </a:prstGeom>
          <a:solidFill xmlns:a="http://schemas.openxmlformats.org/drawingml/2006/main">
            <a:srgbClr val="65728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41D626D-6BE2-447E-BA0D-BA4402699420}"/>
              </a:ext>
            </a:extLst>
          </p:cNvPr>
          <p:cNvSpPr>
            <a:spLocks xmlns:a="http://schemas.openxmlformats.org/drawingml/2006/main" noGrp="1"/>
          </p:cNvSpPr>
          <p:nvPr/>
        </p:nvSpPr>
        <p:spPr>
          <a:xfrm xmlns:a="http://schemas.openxmlformats.org/drawingml/2006/main">
            <a:off x="7353300" y="2495550"/>
            <a:ext cx="1866900" cy="1676400"/>
          </a:xfrm>
          <a:prstGeom xmlns:a="http://schemas.openxmlformats.org/drawingml/2006/main" prst="roundRect">
            <a:avLst>
              <a:gd name="adj" fmla="val 6818"/>
            </a:avLst>
          </a:prstGeom>
          <a:solidFill xmlns:a="http://schemas.openxmlformats.org/drawingml/2006/main">
            <a:srgbClr val="F4E9D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0D3B440-A959-4B2F-99B6-719101A2E7BD}"/>
              </a:ext>
            </a:extLst>
          </p:cNvPr>
          <p:cNvSpPr>
            <a:spLocks xmlns:a="http://schemas.openxmlformats.org/drawingml/2006/main" noGrp="1"/>
          </p:cNvSpPr>
          <p:nvPr/>
        </p:nvSpPr>
        <p:spPr>
          <a:xfrm xmlns:a="http://schemas.openxmlformats.org/drawingml/2006/main">
            <a:off x="7353300" y="2495550"/>
            <a:ext cx="57150" cy="1676400"/>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73ADE50-F24B-4C08-9052-3D27E47CC1B8}"/>
              </a:ext>
            </a:extLst>
          </p:cNvPr>
          <p:cNvSpPr>
            <a:spLocks xmlns:a="http://schemas.openxmlformats.org/drawingml/2006/main" noGrp="1"/>
          </p:cNvSpPr>
          <p:nvPr/>
        </p:nvSpPr>
        <p:spPr>
          <a:xfrm xmlns:a="http://schemas.openxmlformats.org/drawingml/2006/main">
            <a:off x="7524750" y="26860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i="0">
                <a:solidFill>
                  <a:srgbClr val="D89A35"/>
                </a:solidFill>
              </a:defRPr>
            </a:defPPr>
            <a:lvl1pPr algn="l">
              <a:defRPr sz="1200" b="1" i="0">
                <a:solidFill>
                  <a:srgbClr val="D89A35"/>
                </a:solidFill>
              </a:defRPr>
            </a:lvl1pPr>
            <a:lvl2pPr algn="l">
              <a:defRPr sz="1200" b="1" i="0">
                <a:solidFill>
                  <a:srgbClr val="D89A35"/>
                </a:solidFill>
              </a:defRPr>
            </a:lvl2pPr>
            <a:lvl3pPr algn="l">
              <a:defRPr sz="1200" b="1" i="0">
                <a:solidFill>
                  <a:srgbClr val="D89A35"/>
                </a:solidFill>
              </a:defRPr>
            </a:lvl3pPr>
            <a:lvl4pPr algn="l">
              <a:defRPr sz="1200" b="1" i="0">
                <a:solidFill>
                  <a:srgbClr val="D89A35"/>
                </a:solidFill>
              </a:defRPr>
            </a:lvl4pPr>
            <a:lvl5pPr algn="l">
              <a:defRPr sz="1200" b="1" i="0">
                <a:solidFill>
                  <a:srgbClr val="D89A35"/>
                </a:solidFill>
              </a:defRPr>
            </a:lvl5pPr>
            <a:lvl6pPr algn="l">
              <a:defRPr sz="1200" b="1" i="0">
                <a:solidFill>
                  <a:srgbClr val="D89A35"/>
                </a:solidFill>
              </a:defRPr>
            </a:lvl6pPr>
            <a:lvl7pPr algn="l">
              <a:defRPr sz="1200" b="1" i="0">
                <a:solidFill>
                  <a:srgbClr val="D89A35"/>
                </a:solidFill>
              </a:defRPr>
            </a:lvl7pPr>
            <a:lvl8pPr algn="l">
              <a:defRPr sz="1200" b="1" i="0">
                <a:solidFill>
                  <a:srgbClr val="D89A35"/>
                </a:solidFill>
              </a:defRPr>
            </a:lvl8pPr>
            <a:lvl9pPr algn="l">
              <a:defRPr sz="1200" b="1" i="0">
                <a:solidFill>
                  <a:srgbClr val="D89A35"/>
                </a:solidFill>
              </a:defRPr>
            </a:lvl9pPr>
          </a:lstStyle>
          <a:p xmlns:a="http://schemas.openxmlformats.org/drawingml/2006/main">
            <a:pPr algn="l">
              <a:lnSpc>
                <a:spcPct val="105000"/>
              </a:lnSpc>
              <a:buNone/>
              <a:defRPr sz="1200" b="1" i="0">
                <a:solidFill>
                  <a:srgbClr val="D89A35"/>
                </a:solidFill>
              </a:defRPr>
            </a:pPr>
            <a:r>
              <a:rPr sz="1200" b="1" i="0">
                <a:solidFill>
                  <a:srgbClr val="D89A35"/>
                </a:solidFill>
              </a:rPr>
              <a:t>04</a:t>
            </a:r>
          </a:p>
        </p:txBody>
      </p:sp>
      <p:sp>
        <p:nvSpPr>
          <p:cNvPr id="28" name="">
            <a:extLst xmlns:a="http://schemas.openxmlformats.org/drawingml/2006/main">
              <a:ext uri="{FF2B5EF4-FFF2-40B4-BE49-F238E27FC236}">
                <a16:creationId xmlns:a16="http://schemas.microsoft.com/office/drawing/2014/main" id="{518CB219-DC03-4DCA-B4FE-2A1D3E7F104F}"/>
              </a:ext>
            </a:extLst>
          </p:cNvPr>
          <p:cNvSpPr>
            <a:spLocks xmlns:a="http://schemas.openxmlformats.org/drawingml/2006/main" noGrp="1"/>
          </p:cNvSpPr>
          <p:nvPr/>
        </p:nvSpPr>
        <p:spPr>
          <a:xfrm xmlns:a="http://schemas.openxmlformats.org/drawingml/2006/main">
            <a:off x="7524750" y="30861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i="0">
                <a:solidFill>
                  <a:srgbClr val="14233F"/>
                </a:solidFill>
              </a:defRPr>
            </a:defPPr>
            <a:lvl1pPr algn="l">
              <a:defRPr sz="1725" b="1" i="0">
                <a:solidFill>
                  <a:srgbClr val="14233F"/>
                </a:solidFill>
              </a:defRPr>
            </a:lvl1pPr>
            <a:lvl2pPr algn="l">
              <a:defRPr sz="1725" b="1" i="0">
                <a:solidFill>
                  <a:srgbClr val="14233F"/>
                </a:solidFill>
              </a:defRPr>
            </a:lvl2pPr>
            <a:lvl3pPr algn="l">
              <a:defRPr sz="1725" b="1" i="0">
                <a:solidFill>
                  <a:srgbClr val="14233F"/>
                </a:solidFill>
              </a:defRPr>
            </a:lvl3pPr>
            <a:lvl4pPr algn="l">
              <a:defRPr sz="1725" b="1" i="0">
                <a:solidFill>
                  <a:srgbClr val="14233F"/>
                </a:solidFill>
              </a:defRPr>
            </a:lvl4pPr>
            <a:lvl5pPr algn="l">
              <a:defRPr sz="1725" b="1" i="0">
                <a:solidFill>
                  <a:srgbClr val="14233F"/>
                </a:solidFill>
              </a:defRPr>
            </a:lvl5pPr>
            <a:lvl6pPr algn="l">
              <a:defRPr sz="1725" b="1" i="0">
                <a:solidFill>
                  <a:srgbClr val="14233F"/>
                </a:solidFill>
              </a:defRPr>
            </a:lvl6pPr>
            <a:lvl7pPr algn="l">
              <a:defRPr sz="1725" b="1" i="0">
                <a:solidFill>
                  <a:srgbClr val="14233F"/>
                </a:solidFill>
              </a:defRPr>
            </a:lvl7pPr>
            <a:lvl8pPr algn="l">
              <a:defRPr sz="1725" b="1" i="0">
                <a:solidFill>
                  <a:srgbClr val="14233F"/>
                </a:solidFill>
              </a:defRPr>
            </a:lvl8pPr>
            <a:lvl9pPr algn="l">
              <a:defRPr sz="1725" b="1" i="0">
                <a:solidFill>
                  <a:srgbClr val="14233F"/>
                </a:solidFill>
              </a:defRPr>
            </a:lvl9pPr>
          </a:lstStyle>
          <a:p xmlns:a="http://schemas.openxmlformats.org/drawingml/2006/main">
            <a:pPr algn="l">
              <a:lnSpc>
                <a:spcPct val="105000"/>
              </a:lnSpc>
              <a:buNone/>
              <a:defRPr sz="1725" b="1" i="0">
                <a:solidFill>
                  <a:srgbClr val="14233F"/>
                </a:solidFill>
              </a:defRPr>
            </a:pPr>
            <a:r>
              <a:rPr sz="1725" b="1" i="0">
                <a:solidFill>
                  <a:srgbClr val="14233F"/>
                </a:solidFill>
              </a:rPr>
              <a:t>Retrieve</a:t>
            </a:r>
          </a:p>
        </p:txBody>
      </p:sp>
      <p:sp>
        <p:nvSpPr>
          <p:cNvPr id="29" name="">
            <a:extLst xmlns:a="http://schemas.openxmlformats.org/drawingml/2006/main">
              <a:ext uri="{FF2B5EF4-FFF2-40B4-BE49-F238E27FC236}">
                <a16:creationId xmlns:a16="http://schemas.microsoft.com/office/drawing/2014/main" id="{7455AFDB-2FF4-433B-A70B-2CA0F0A8DC5C}"/>
              </a:ext>
            </a:extLst>
          </p:cNvPr>
          <p:cNvSpPr>
            <a:spLocks xmlns:a="http://schemas.openxmlformats.org/drawingml/2006/main" noGrp="1"/>
          </p:cNvSpPr>
          <p:nvPr/>
        </p:nvSpPr>
        <p:spPr>
          <a:xfrm xmlns:a="http://schemas.openxmlformats.org/drawingml/2006/main">
            <a:off x="7524750" y="3505200"/>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i="0">
                <a:solidFill>
                  <a:srgbClr val="263755"/>
                </a:solidFill>
              </a:defRPr>
            </a:defPPr>
            <a:lvl1pPr algn="l">
              <a:defRPr sz="1350" b="0" i="0">
                <a:solidFill>
                  <a:srgbClr val="263755"/>
                </a:solidFill>
              </a:defRPr>
            </a:lvl1pPr>
            <a:lvl2pPr algn="l">
              <a:defRPr sz="1350" b="0" i="0">
                <a:solidFill>
                  <a:srgbClr val="263755"/>
                </a:solidFill>
              </a:defRPr>
            </a:lvl2pPr>
            <a:lvl3pPr algn="l">
              <a:defRPr sz="1350" b="0" i="0">
                <a:solidFill>
                  <a:srgbClr val="263755"/>
                </a:solidFill>
              </a:defRPr>
            </a:lvl3pPr>
            <a:lvl4pPr algn="l">
              <a:defRPr sz="1350" b="0" i="0">
                <a:solidFill>
                  <a:srgbClr val="263755"/>
                </a:solidFill>
              </a:defRPr>
            </a:lvl4pPr>
            <a:lvl5pPr algn="l">
              <a:defRPr sz="1350" b="0" i="0">
                <a:solidFill>
                  <a:srgbClr val="263755"/>
                </a:solidFill>
              </a:defRPr>
            </a:lvl5pPr>
            <a:lvl6pPr algn="l">
              <a:defRPr sz="1350" b="0" i="0">
                <a:solidFill>
                  <a:srgbClr val="263755"/>
                </a:solidFill>
              </a:defRPr>
            </a:lvl6pPr>
            <a:lvl7pPr algn="l">
              <a:defRPr sz="1350" b="0" i="0">
                <a:solidFill>
                  <a:srgbClr val="263755"/>
                </a:solidFill>
              </a:defRPr>
            </a:lvl7pPr>
            <a:lvl8pPr algn="l">
              <a:defRPr sz="1350" b="0" i="0">
                <a:solidFill>
                  <a:srgbClr val="263755"/>
                </a:solidFill>
              </a:defRPr>
            </a:lvl8pPr>
            <a:lvl9pPr algn="l">
              <a:defRPr sz="1350" b="0" i="0">
                <a:solidFill>
                  <a:srgbClr val="263755"/>
                </a:solidFill>
              </a:defRPr>
            </a:lvl9pPr>
          </a:lstStyle>
          <a:p xmlns:a="http://schemas.openxmlformats.org/drawingml/2006/main">
            <a:pPr algn="l">
              <a:lnSpc>
                <a:spcPct val="108000"/>
              </a:lnSpc>
              <a:buNone/>
              <a:defRPr sz="1350" b="0" i="0">
                <a:solidFill>
                  <a:srgbClr val="263755"/>
                </a:solidFill>
              </a:defRPr>
            </a:pPr>
            <a:r>
              <a:rPr sz="1350" b="0" i="0">
                <a:solidFill>
                  <a:srgbClr val="263755"/>
                </a:solidFill>
              </a:rPr>
              <a:t>BM25 · dense · RRF</a:t>
            </a:r>
          </a:p>
        </p:txBody>
      </p:sp>
      <p:sp>
        <p:nvSpPr>
          <p:cNvPr id="30" name="">
            <a:extLst xmlns:a="http://schemas.openxmlformats.org/drawingml/2006/main">
              <a:ext uri="{FF2B5EF4-FFF2-40B4-BE49-F238E27FC236}">
                <a16:creationId xmlns:a16="http://schemas.microsoft.com/office/drawing/2014/main" id="{4AF1CED2-E51B-4667-ABB5-E11ACC4FB96A}"/>
              </a:ext>
            </a:extLst>
          </p:cNvPr>
          <p:cNvSpPr>
            <a:spLocks xmlns:a="http://schemas.openxmlformats.org/drawingml/2006/main" noGrp="1"/>
          </p:cNvSpPr>
          <p:nvPr/>
        </p:nvSpPr>
        <p:spPr>
          <a:xfrm xmlns:a="http://schemas.openxmlformats.org/drawingml/2006/main">
            <a:off x="9296400" y="3133725"/>
            <a:ext cx="209550" cy="285750"/>
          </a:xfrm>
          <a:prstGeom xmlns:a="http://schemas.openxmlformats.org/drawingml/2006/main" prst="rightArrow">
            <a:avLst/>
          </a:prstGeom>
          <a:solidFill xmlns:a="http://schemas.openxmlformats.org/drawingml/2006/main">
            <a:srgbClr val="65728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0DBDCAB-348A-489D-A7F7-C79D16BC9950}"/>
              </a:ext>
            </a:extLst>
          </p:cNvPr>
          <p:cNvSpPr>
            <a:spLocks xmlns:a="http://schemas.openxmlformats.org/drawingml/2006/main" noGrp="1"/>
          </p:cNvSpPr>
          <p:nvPr/>
        </p:nvSpPr>
        <p:spPr>
          <a:xfrm xmlns:a="http://schemas.openxmlformats.org/drawingml/2006/main">
            <a:off x="9563100" y="2495550"/>
            <a:ext cx="1866900" cy="1676400"/>
          </a:xfrm>
          <a:prstGeom xmlns:a="http://schemas.openxmlformats.org/drawingml/2006/main" prst="roundRect">
            <a:avLst>
              <a:gd name="adj" fmla="val 6818"/>
            </a:avLst>
          </a:prstGeom>
          <a:solidFill xmlns:a="http://schemas.openxmlformats.org/drawingml/2006/main">
            <a:srgbClr val="E3F0EE"/>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BE83FE6-075E-457B-87F7-27197396DF5C}"/>
              </a:ext>
            </a:extLst>
          </p:cNvPr>
          <p:cNvSpPr>
            <a:spLocks xmlns:a="http://schemas.openxmlformats.org/drawingml/2006/main" noGrp="1"/>
          </p:cNvSpPr>
          <p:nvPr/>
        </p:nvSpPr>
        <p:spPr>
          <a:xfrm xmlns:a="http://schemas.openxmlformats.org/drawingml/2006/main">
            <a:off x="9563100" y="2495550"/>
            <a:ext cx="57150" cy="1676400"/>
          </a:xfrm>
          <a:prstGeom xmlns:a="http://schemas.openxmlformats.org/drawingml/2006/main" prst="rect">
            <a:avLst/>
          </a:prstGeom>
          <a:solidFill xmlns:a="http://schemas.openxmlformats.org/drawingml/2006/main">
            <a:srgbClr val="278C8C"/>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397CBC4-6406-4097-B584-F646D85128CE}"/>
              </a:ext>
            </a:extLst>
          </p:cNvPr>
          <p:cNvSpPr>
            <a:spLocks xmlns:a="http://schemas.openxmlformats.org/drawingml/2006/main" noGrp="1"/>
          </p:cNvSpPr>
          <p:nvPr/>
        </p:nvSpPr>
        <p:spPr>
          <a:xfrm xmlns:a="http://schemas.openxmlformats.org/drawingml/2006/main">
            <a:off x="9734550" y="26860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i="0">
                <a:solidFill>
                  <a:srgbClr val="278C8C"/>
                </a:solidFill>
              </a:defRPr>
            </a:defPPr>
            <a:lvl1pPr algn="l">
              <a:defRPr sz="1200" b="1" i="0">
                <a:solidFill>
                  <a:srgbClr val="278C8C"/>
                </a:solidFill>
              </a:defRPr>
            </a:lvl1pPr>
            <a:lvl2pPr algn="l">
              <a:defRPr sz="1200" b="1" i="0">
                <a:solidFill>
                  <a:srgbClr val="278C8C"/>
                </a:solidFill>
              </a:defRPr>
            </a:lvl2pPr>
            <a:lvl3pPr algn="l">
              <a:defRPr sz="1200" b="1" i="0">
                <a:solidFill>
                  <a:srgbClr val="278C8C"/>
                </a:solidFill>
              </a:defRPr>
            </a:lvl3pPr>
            <a:lvl4pPr algn="l">
              <a:defRPr sz="1200" b="1" i="0">
                <a:solidFill>
                  <a:srgbClr val="278C8C"/>
                </a:solidFill>
              </a:defRPr>
            </a:lvl4pPr>
            <a:lvl5pPr algn="l">
              <a:defRPr sz="1200" b="1" i="0">
                <a:solidFill>
                  <a:srgbClr val="278C8C"/>
                </a:solidFill>
              </a:defRPr>
            </a:lvl5pPr>
            <a:lvl6pPr algn="l">
              <a:defRPr sz="1200" b="1" i="0">
                <a:solidFill>
                  <a:srgbClr val="278C8C"/>
                </a:solidFill>
              </a:defRPr>
            </a:lvl6pPr>
            <a:lvl7pPr algn="l">
              <a:defRPr sz="1200" b="1" i="0">
                <a:solidFill>
                  <a:srgbClr val="278C8C"/>
                </a:solidFill>
              </a:defRPr>
            </a:lvl7pPr>
            <a:lvl8pPr algn="l">
              <a:defRPr sz="1200" b="1" i="0">
                <a:solidFill>
                  <a:srgbClr val="278C8C"/>
                </a:solidFill>
              </a:defRPr>
            </a:lvl8pPr>
            <a:lvl9pPr algn="l">
              <a:defRPr sz="1200" b="1" i="0">
                <a:solidFill>
                  <a:srgbClr val="278C8C"/>
                </a:solidFill>
              </a:defRPr>
            </a:lvl9pPr>
          </a:lstStyle>
          <a:p xmlns:a="http://schemas.openxmlformats.org/drawingml/2006/main">
            <a:pPr algn="l">
              <a:lnSpc>
                <a:spcPct val="105000"/>
              </a:lnSpc>
              <a:buNone/>
              <a:defRPr sz="1200" b="1" i="0">
                <a:solidFill>
                  <a:srgbClr val="278C8C"/>
                </a:solidFill>
              </a:defRPr>
            </a:pPr>
            <a:r>
              <a:rPr sz="1200" b="1" i="0">
                <a:solidFill>
                  <a:srgbClr val="278C8C"/>
                </a:solidFill>
              </a:rPr>
              <a:t>05</a:t>
            </a:r>
          </a:p>
        </p:txBody>
      </p:sp>
      <p:sp>
        <p:nvSpPr>
          <p:cNvPr id="34" name="">
            <a:extLst xmlns:a="http://schemas.openxmlformats.org/drawingml/2006/main">
              <a:ext uri="{FF2B5EF4-FFF2-40B4-BE49-F238E27FC236}">
                <a16:creationId xmlns:a16="http://schemas.microsoft.com/office/drawing/2014/main" id="{D25D227D-D84B-4AE3-B139-A17ED763E940}"/>
              </a:ext>
            </a:extLst>
          </p:cNvPr>
          <p:cNvSpPr>
            <a:spLocks xmlns:a="http://schemas.openxmlformats.org/drawingml/2006/main" noGrp="1"/>
          </p:cNvSpPr>
          <p:nvPr/>
        </p:nvSpPr>
        <p:spPr>
          <a:xfrm xmlns:a="http://schemas.openxmlformats.org/drawingml/2006/main">
            <a:off x="9734550" y="30861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i="0">
                <a:solidFill>
                  <a:srgbClr val="14233F"/>
                </a:solidFill>
              </a:defRPr>
            </a:defPPr>
            <a:lvl1pPr algn="l">
              <a:defRPr sz="1725" b="1" i="0">
                <a:solidFill>
                  <a:srgbClr val="14233F"/>
                </a:solidFill>
              </a:defRPr>
            </a:lvl1pPr>
            <a:lvl2pPr algn="l">
              <a:defRPr sz="1725" b="1" i="0">
                <a:solidFill>
                  <a:srgbClr val="14233F"/>
                </a:solidFill>
              </a:defRPr>
            </a:lvl2pPr>
            <a:lvl3pPr algn="l">
              <a:defRPr sz="1725" b="1" i="0">
                <a:solidFill>
                  <a:srgbClr val="14233F"/>
                </a:solidFill>
              </a:defRPr>
            </a:lvl3pPr>
            <a:lvl4pPr algn="l">
              <a:defRPr sz="1725" b="1" i="0">
                <a:solidFill>
                  <a:srgbClr val="14233F"/>
                </a:solidFill>
              </a:defRPr>
            </a:lvl4pPr>
            <a:lvl5pPr algn="l">
              <a:defRPr sz="1725" b="1" i="0">
                <a:solidFill>
                  <a:srgbClr val="14233F"/>
                </a:solidFill>
              </a:defRPr>
            </a:lvl5pPr>
            <a:lvl6pPr algn="l">
              <a:defRPr sz="1725" b="1" i="0">
                <a:solidFill>
                  <a:srgbClr val="14233F"/>
                </a:solidFill>
              </a:defRPr>
            </a:lvl6pPr>
            <a:lvl7pPr algn="l">
              <a:defRPr sz="1725" b="1" i="0">
                <a:solidFill>
                  <a:srgbClr val="14233F"/>
                </a:solidFill>
              </a:defRPr>
            </a:lvl7pPr>
            <a:lvl8pPr algn="l">
              <a:defRPr sz="1725" b="1" i="0">
                <a:solidFill>
                  <a:srgbClr val="14233F"/>
                </a:solidFill>
              </a:defRPr>
            </a:lvl8pPr>
            <a:lvl9pPr algn="l">
              <a:defRPr sz="1725" b="1" i="0">
                <a:solidFill>
                  <a:srgbClr val="14233F"/>
                </a:solidFill>
              </a:defRPr>
            </a:lvl9pPr>
          </a:lstStyle>
          <a:p xmlns:a="http://schemas.openxmlformats.org/drawingml/2006/main">
            <a:pPr algn="l">
              <a:lnSpc>
                <a:spcPct val="105000"/>
              </a:lnSpc>
              <a:buNone/>
              <a:defRPr sz="1725" b="1" i="0">
                <a:solidFill>
                  <a:srgbClr val="14233F"/>
                </a:solidFill>
              </a:defRPr>
            </a:pPr>
            <a:r>
              <a:rPr sz="1725" b="1" i="0">
                <a:solidFill>
                  <a:srgbClr val="14233F"/>
                </a:solidFill>
              </a:rPr>
              <a:t>Inspect</a:t>
            </a:r>
          </a:p>
        </p:txBody>
      </p:sp>
      <p:sp>
        <p:nvSpPr>
          <p:cNvPr id="35" name="">
            <a:extLst xmlns:a="http://schemas.openxmlformats.org/drawingml/2006/main">
              <a:ext uri="{FF2B5EF4-FFF2-40B4-BE49-F238E27FC236}">
                <a16:creationId xmlns:a16="http://schemas.microsoft.com/office/drawing/2014/main" id="{E205929B-48EE-4838-9739-3281592C40B9}"/>
              </a:ext>
            </a:extLst>
          </p:cNvPr>
          <p:cNvSpPr>
            <a:spLocks xmlns:a="http://schemas.openxmlformats.org/drawingml/2006/main" noGrp="1"/>
          </p:cNvSpPr>
          <p:nvPr/>
        </p:nvSpPr>
        <p:spPr>
          <a:xfrm xmlns:a="http://schemas.openxmlformats.org/drawingml/2006/main">
            <a:off x="9734550" y="3505200"/>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i="0">
                <a:solidFill>
                  <a:srgbClr val="263755"/>
                </a:solidFill>
              </a:defRPr>
            </a:defPPr>
            <a:lvl1pPr algn="l">
              <a:defRPr sz="1350" b="0" i="0">
                <a:solidFill>
                  <a:srgbClr val="263755"/>
                </a:solidFill>
              </a:defRPr>
            </a:lvl1pPr>
            <a:lvl2pPr algn="l">
              <a:defRPr sz="1350" b="0" i="0">
                <a:solidFill>
                  <a:srgbClr val="263755"/>
                </a:solidFill>
              </a:defRPr>
            </a:lvl2pPr>
            <a:lvl3pPr algn="l">
              <a:defRPr sz="1350" b="0" i="0">
                <a:solidFill>
                  <a:srgbClr val="263755"/>
                </a:solidFill>
              </a:defRPr>
            </a:lvl3pPr>
            <a:lvl4pPr algn="l">
              <a:defRPr sz="1350" b="0" i="0">
                <a:solidFill>
                  <a:srgbClr val="263755"/>
                </a:solidFill>
              </a:defRPr>
            </a:lvl4pPr>
            <a:lvl5pPr algn="l">
              <a:defRPr sz="1350" b="0" i="0">
                <a:solidFill>
                  <a:srgbClr val="263755"/>
                </a:solidFill>
              </a:defRPr>
            </a:lvl5pPr>
            <a:lvl6pPr algn="l">
              <a:defRPr sz="1350" b="0" i="0">
                <a:solidFill>
                  <a:srgbClr val="263755"/>
                </a:solidFill>
              </a:defRPr>
            </a:lvl6pPr>
            <a:lvl7pPr algn="l">
              <a:defRPr sz="1350" b="0" i="0">
                <a:solidFill>
                  <a:srgbClr val="263755"/>
                </a:solidFill>
              </a:defRPr>
            </a:lvl7pPr>
            <a:lvl8pPr algn="l">
              <a:defRPr sz="1350" b="0" i="0">
                <a:solidFill>
                  <a:srgbClr val="263755"/>
                </a:solidFill>
              </a:defRPr>
            </a:lvl8pPr>
            <a:lvl9pPr algn="l">
              <a:defRPr sz="1350" b="0" i="0">
                <a:solidFill>
                  <a:srgbClr val="263755"/>
                </a:solidFill>
              </a:defRPr>
            </a:lvl9pPr>
          </a:lstStyle>
          <a:p xmlns:a="http://schemas.openxmlformats.org/drawingml/2006/main">
            <a:pPr algn="l">
              <a:lnSpc>
                <a:spcPct val="108000"/>
              </a:lnSpc>
              <a:buNone/>
              <a:defRPr sz="1350" b="0" i="0">
                <a:solidFill>
                  <a:srgbClr val="263755"/>
                </a:solidFill>
              </a:defRPr>
            </a:pPr>
            <a:r>
              <a:rPr sz="1350" b="0" i="0">
                <a:solidFill>
                  <a:srgbClr val="263755"/>
                </a:solidFill>
              </a:rPr>
              <a:t>Ranked passage +</a:t>
            </a:r>
          </a:p>
          <a:p xmlns:a="http://schemas.openxmlformats.org/drawingml/2006/main">
            <a:pPr algn="l">
              <a:lnSpc>
                <a:spcPct val="108000"/>
              </a:lnSpc>
              <a:buNone/>
              <a:defRPr sz="1350" b="0" i="0">
                <a:solidFill>
                  <a:srgbClr val="263755"/>
                </a:solidFill>
              </a:defRPr>
            </a:pPr>
            <a:r>
              <a:rPr sz="1350" b="0" i="0">
                <a:solidFill>
                  <a:srgbClr val="263755"/>
                </a:solidFill>
              </a:rPr>
              <a:t>source metadata</a:t>
            </a:r>
          </a:p>
        </p:txBody>
      </p:sp>
      <p:sp>
        <p:nvSpPr>
          <p:cNvPr id="36" name="">
            <a:extLst xmlns:a="http://schemas.openxmlformats.org/drawingml/2006/main">
              <a:ext uri="{FF2B5EF4-FFF2-40B4-BE49-F238E27FC236}">
                <a16:creationId xmlns:a16="http://schemas.microsoft.com/office/drawing/2014/main" id="{4B2E5736-ED7C-4C87-AF42-5AF6618ECCAA}"/>
              </a:ext>
            </a:extLst>
          </p:cNvPr>
          <p:cNvSpPr>
            <a:spLocks xmlns:a="http://schemas.openxmlformats.org/drawingml/2006/main" noGrp="1"/>
          </p:cNvSpPr>
          <p:nvPr/>
        </p:nvSpPr>
        <p:spPr>
          <a:xfrm xmlns:a="http://schemas.openxmlformats.org/drawingml/2006/main">
            <a:off x="723900" y="4686300"/>
            <a:ext cx="1070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650" b="1" i="0">
                <a:solidFill>
                  <a:srgbClr val="14233F"/>
                </a:solidFill>
              </a:defRPr>
            </a:defPPr>
            <a:lvl1pPr algn="ctr">
              <a:defRPr sz="1650" b="1" i="0">
                <a:solidFill>
                  <a:srgbClr val="14233F"/>
                </a:solidFill>
              </a:defRPr>
            </a:lvl1pPr>
            <a:lvl2pPr algn="ctr">
              <a:defRPr sz="1650" b="1" i="0">
                <a:solidFill>
                  <a:srgbClr val="14233F"/>
                </a:solidFill>
              </a:defRPr>
            </a:lvl2pPr>
            <a:lvl3pPr algn="ctr">
              <a:defRPr sz="1650" b="1" i="0">
                <a:solidFill>
                  <a:srgbClr val="14233F"/>
                </a:solidFill>
              </a:defRPr>
            </a:lvl3pPr>
            <a:lvl4pPr algn="ctr">
              <a:defRPr sz="1650" b="1" i="0">
                <a:solidFill>
                  <a:srgbClr val="14233F"/>
                </a:solidFill>
              </a:defRPr>
            </a:lvl4pPr>
            <a:lvl5pPr algn="ctr">
              <a:defRPr sz="1650" b="1" i="0">
                <a:solidFill>
                  <a:srgbClr val="14233F"/>
                </a:solidFill>
              </a:defRPr>
            </a:lvl5pPr>
            <a:lvl6pPr algn="ctr">
              <a:defRPr sz="1650" b="1" i="0">
                <a:solidFill>
                  <a:srgbClr val="14233F"/>
                </a:solidFill>
              </a:defRPr>
            </a:lvl6pPr>
            <a:lvl7pPr algn="ctr">
              <a:defRPr sz="1650" b="1" i="0">
                <a:solidFill>
                  <a:srgbClr val="14233F"/>
                </a:solidFill>
              </a:defRPr>
            </a:lvl7pPr>
            <a:lvl8pPr algn="ctr">
              <a:defRPr sz="1650" b="1" i="0">
                <a:solidFill>
                  <a:srgbClr val="14233F"/>
                </a:solidFill>
              </a:defRPr>
            </a:lvl8pPr>
            <a:lvl9pPr algn="ctr">
              <a:defRPr sz="1650" b="1" i="0">
                <a:solidFill>
                  <a:srgbClr val="14233F"/>
                </a:solidFill>
              </a:defRPr>
            </a:lvl9pPr>
          </a:lstStyle>
          <a:p xmlns:a="http://schemas.openxmlformats.org/drawingml/2006/main">
            <a:pPr algn="ctr">
              <a:lnSpc>
                <a:spcPct val="105000"/>
              </a:lnSpc>
              <a:buNone/>
              <a:defRPr sz="1650" b="1" i="0">
                <a:solidFill>
                  <a:srgbClr val="14233F"/>
                </a:solidFill>
              </a:defRPr>
            </a:pPr>
            <a:r>
              <a:rPr sz="1650" b="1" i="0">
                <a:solidFill>
                  <a:srgbClr val="14233F"/>
                </a:solidFill>
              </a:rPr>
              <a:t>PDFs → page-aware text → validated chunks → Qdrant + lexical index → ranked evidence</a:t>
            </a:r>
          </a:p>
        </p:txBody>
      </p:sp>
      <p:sp>
        <p:nvSpPr>
          <p:cNvPr id="37" name="">
            <a:extLst xmlns:a="http://schemas.openxmlformats.org/drawingml/2006/main">
              <a:ext uri="{FF2B5EF4-FFF2-40B4-BE49-F238E27FC236}">
                <a16:creationId xmlns:a16="http://schemas.microsoft.com/office/drawing/2014/main" id="{E74F085C-12A2-4B34-B39F-EE63484D279E}"/>
              </a:ext>
            </a:extLst>
          </p:cNvPr>
          <p:cNvSpPr>
            <a:spLocks xmlns:a="http://schemas.openxmlformats.org/drawingml/2006/main" noGrp="1"/>
          </p:cNvSpPr>
          <p:nvPr/>
        </p:nvSpPr>
        <p:spPr>
          <a:xfrm xmlns:a="http://schemas.openxmlformats.org/drawingml/2006/main">
            <a:off x="2000250" y="5334000"/>
            <a:ext cx="81915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F030EC7-5C85-430E-939F-2B3D8A776BD7}"/>
              </a:ext>
            </a:extLst>
          </p:cNvPr>
          <p:cNvSpPr>
            <a:spLocks xmlns:a="http://schemas.openxmlformats.org/drawingml/2006/main" noGrp="1"/>
          </p:cNvSpPr>
          <p:nvPr/>
        </p:nvSpPr>
        <p:spPr>
          <a:xfrm xmlns:a="http://schemas.openxmlformats.org/drawingml/2006/main">
            <a:off x="1771650" y="5562600"/>
            <a:ext cx="8648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500" b="0" i="0">
                <a:solidFill>
                  <a:srgbClr val="278C8C"/>
                </a:solidFill>
              </a:defRPr>
            </a:defPPr>
            <a:lvl1pPr algn="ctr">
              <a:defRPr sz="1500" b="0" i="0">
                <a:solidFill>
                  <a:srgbClr val="278C8C"/>
                </a:solidFill>
              </a:defRPr>
            </a:lvl1pPr>
            <a:lvl2pPr algn="ctr">
              <a:defRPr sz="1500" b="0" i="0">
                <a:solidFill>
                  <a:srgbClr val="278C8C"/>
                </a:solidFill>
              </a:defRPr>
            </a:lvl2pPr>
            <a:lvl3pPr algn="ctr">
              <a:defRPr sz="1500" b="0" i="0">
                <a:solidFill>
                  <a:srgbClr val="278C8C"/>
                </a:solidFill>
              </a:defRPr>
            </a:lvl3pPr>
            <a:lvl4pPr algn="ctr">
              <a:defRPr sz="1500" b="0" i="0">
                <a:solidFill>
                  <a:srgbClr val="278C8C"/>
                </a:solidFill>
              </a:defRPr>
            </a:lvl4pPr>
            <a:lvl5pPr algn="ctr">
              <a:defRPr sz="1500" b="0" i="0">
                <a:solidFill>
                  <a:srgbClr val="278C8C"/>
                </a:solidFill>
              </a:defRPr>
            </a:lvl5pPr>
            <a:lvl6pPr algn="ctr">
              <a:defRPr sz="1500" b="0" i="0">
                <a:solidFill>
                  <a:srgbClr val="278C8C"/>
                </a:solidFill>
              </a:defRPr>
            </a:lvl6pPr>
            <a:lvl7pPr algn="ctr">
              <a:defRPr sz="1500" b="0" i="0">
                <a:solidFill>
                  <a:srgbClr val="278C8C"/>
                </a:solidFill>
              </a:defRPr>
            </a:lvl7pPr>
            <a:lvl8pPr algn="ctr">
              <a:defRPr sz="1500" b="0" i="0">
                <a:solidFill>
                  <a:srgbClr val="278C8C"/>
                </a:solidFill>
              </a:defRPr>
            </a:lvl8pPr>
            <a:lvl9pPr algn="ctr">
              <a:defRPr sz="1500" b="0" i="0">
                <a:solidFill>
                  <a:srgbClr val="278C8C"/>
                </a:solidFill>
              </a:defRPr>
            </a:lvl9pPr>
          </a:lstStyle>
          <a:p xmlns:a="http://schemas.openxmlformats.org/drawingml/2006/main">
            <a:pPr algn="ctr">
              <a:lnSpc>
                <a:spcPct val="105000"/>
              </a:lnSpc>
              <a:buNone/>
              <a:defRPr sz="1500" b="0" i="0">
                <a:solidFill>
                  <a:srgbClr val="278C8C"/>
                </a:solidFill>
              </a:defRPr>
            </a:pPr>
            <a:r>
              <a:rPr sz="1500" b="0" i="0">
                <a:solidFill>
                  <a:srgbClr val="278C8C"/>
                </a:solidFill>
              </a:rPr>
              <a:t>The benchmark scores retrieved passage text, not just a paper-title match.</a:t>
            </a:r>
          </a:p>
        </p:txBody>
      </p:sp>
    </p:spTree>
    <p:extLst>
      <p:ext uri="{BB962C8B-B14F-4D97-AF65-F5344CB8AC3E}">
        <p14:creationId xmlns:p14="http://schemas.microsoft.com/office/powerpoint/2010/main" val="425949528"/>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1FC4EFE-9AB4-446A-8B99-D0EFC1F14C68}"/>
              </a:ext>
            </a:extLst>
          </p:cNvPr>
          <p:cNvSpPr>
            <a:spLocks xmlns:a="http://schemas.openxmlformats.org/drawingml/2006/main" noGrp="1"/>
          </p:cNvSpPr>
          <p:nvPr/>
        </p:nvSpPr>
        <p:spPr>
          <a:xfrm xmlns:a="http://schemas.openxmlformats.org/drawingml/2006/main">
            <a:off x="685800" y="4191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150" b="1" i="0">
                <a:solidFill>
                  <a:srgbClr val="14233F"/>
                </a:solidFill>
              </a:defRPr>
            </a:defPPr>
            <a:lvl1pPr algn="l">
              <a:defRPr sz="3150" b="1" i="0">
                <a:solidFill>
                  <a:srgbClr val="14233F"/>
                </a:solidFill>
              </a:defRPr>
            </a:lvl1pPr>
            <a:lvl2pPr algn="l">
              <a:defRPr sz="3150" b="1" i="0">
                <a:solidFill>
                  <a:srgbClr val="14233F"/>
                </a:solidFill>
              </a:defRPr>
            </a:lvl2pPr>
            <a:lvl3pPr algn="l">
              <a:defRPr sz="3150" b="1" i="0">
                <a:solidFill>
                  <a:srgbClr val="14233F"/>
                </a:solidFill>
              </a:defRPr>
            </a:lvl3pPr>
            <a:lvl4pPr algn="l">
              <a:defRPr sz="3150" b="1" i="0">
                <a:solidFill>
                  <a:srgbClr val="14233F"/>
                </a:solidFill>
              </a:defRPr>
            </a:lvl4pPr>
            <a:lvl5pPr algn="l">
              <a:defRPr sz="3150" b="1" i="0">
                <a:solidFill>
                  <a:srgbClr val="14233F"/>
                </a:solidFill>
              </a:defRPr>
            </a:lvl5pPr>
            <a:lvl6pPr algn="l">
              <a:defRPr sz="3150" b="1" i="0">
                <a:solidFill>
                  <a:srgbClr val="14233F"/>
                </a:solidFill>
              </a:defRPr>
            </a:lvl6pPr>
            <a:lvl7pPr algn="l">
              <a:defRPr sz="3150" b="1" i="0">
                <a:solidFill>
                  <a:srgbClr val="14233F"/>
                </a:solidFill>
              </a:defRPr>
            </a:lvl7pPr>
            <a:lvl8pPr algn="l">
              <a:defRPr sz="3150" b="1" i="0">
                <a:solidFill>
                  <a:srgbClr val="14233F"/>
                </a:solidFill>
              </a:defRPr>
            </a:lvl8pPr>
            <a:lvl9pPr algn="l">
              <a:defRPr sz="3150" b="1" i="0">
                <a:solidFill>
                  <a:srgbClr val="14233F"/>
                </a:solidFill>
              </a:defRPr>
            </a:lvl9pPr>
          </a:lstStyle>
          <a:p xmlns:a="http://schemas.openxmlformats.org/drawingml/2006/main">
            <a:pPr algn="l">
              <a:lnSpc>
                <a:spcPct val="105000"/>
              </a:lnSpc>
              <a:buNone/>
              <a:defRPr sz="3150" b="1" i="0">
                <a:solidFill>
                  <a:srgbClr val="14233F"/>
                </a:solidFill>
              </a:defRPr>
            </a:pPr>
            <a:r>
              <a:rPr sz="3150" b="1" i="0">
                <a:solidFill>
                  <a:srgbClr val="14233F"/>
                </a:solidFill>
              </a:rPr>
              <a:t>Retrieval methods under comparison</a:t>
            </a:r>
          </a:p>
        </p:txBody>
      </p:sp>
      <p:sp>
        <p:nvSpPr>
          <p:cNvPr id="2" name="">
            <a:extLst xmlns:a="http://schemas.openxmlformats.org/drawingml/2006/main">
              <a:ext uri="{FF2B5EF4-FFF2-40B4-BE49-F238E27FC236}">
                <a16:creationId xmlns:a16="http://schemas.microsoft.com/office/drawing/2014/main" id="{D83C2B12-CD01-4D95-9E7E-E39C9E4BBDA6}"/>
              </a:ext>
            </a:extLst>
          </p:cNvPr>
          <p:cNvSpPr>
            <a:spLocks xmlns:a="http://schemas.openxmlformats.org/drawingml/2006/main" noGrp="1"/>
          </p:cNvSpPr>
          <p:nvPr/>
        </p:nvSpPr>
        <p:spPr>
          <a:xfrm xmlns:a="http://schemas.openxmlformats.org/drawingml/2006/main">
            <a:off x="685800" y="1162050"/>
            <a:ext cx="108204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5C6574C-7643-4255-A3FD-9E8E95A6F039}"/>
              </a:ext>
            </a:extLst>
          </p:cNvPr>
          <p:cNvSpPr>
            <a:spLocks xmlns:a="http://schemas.openxmlformats.org/drawingml/2006/main" noGrp="1"/>
          </p:cNvSpPr>
          <p:nvPr/>
        </p:nvSpPr>
        <p:spPr>
          <a:xfrm xmlns:a="http://schemas.openxmlformats.org/drawingml/2006/main">
            <a:off x="685800" y="1162050"/>
            <a:ext cx="742950" cy="28575"/>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8607B9-1AC1-4EAF-880A-D2561D84F5F3}"/>
              </a:ext>
            </a:extLst>
          </p:cNvPr>
          <p:cNvSpPr>
            <a:spLocks xmlns:a="http://schemas.openxmlformats.org/drawingml/2006/main" noGrp="1"/>
          </p:cNvSpPr>
          <p:nvPr/>
        </p:nvSpPr>
        <p:spPr>
          <a:xfrm xmlns:a="http://schemas.openxmlformats.org/drawingml/2006/main">
            <a:off x="685800" y="6457950"/>
            <a:ext cx="609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i="0">
                <a:solidFill>
                  <a:srgbClr val="65728A"/>
                </a:solidFill>
              </a:defRPr>
            </a:defPPr>
            <a:lvl1pPr algn="l">
              <a:defRPr sz="1050" b="1" i="0">
                <a:solidFill>
                  <a:srgbClr val="65728A"/>
                </a:solidFill>
              </a:defRPr>
            </a:lvl1pPr>
            <a:lvl2pPr algn="l">
              <a:defRPr sz="1050" b="1" i="0">
                <a:solidFill>
                  <a:srgbClr val="65728A"/>
                </a:solidFill>
              </a:defRPr>
            </a:lvl2pPr>
            <a:lvl3pPr algn="l">
              <a:defRPr sz="1050" b="1" i="0">
                <a:solidFill>
                  <a:srgbClr val="65728A"/>
                </a:solidFill>
              </a:defRPr>
            </a:lvl3pPr>
            <a:lvl4pPr algn="l">
              <a:defRPr sz="1050" b="1" i="0">
                <a:solidFill>
                  <a:srgbClr val="65728A"/>
                </a:solidFill>
              </a:defRPr>
            </a:lvl4pPr>
            <a:lvl5pPr algn="l">
              <a:defRPr sz="1050" b="1" i="0">
                <a:solidFill>
                  <a:srgbClr val="65728A"/>
                </a:solidFill>
              </a:defRPr>
            </a:lvl5pPr>
            <a:lvl6pPr algn="l">
              <a:defRPr sz="1050" b="1" i="0">
                <a:solidFill>
                  <a:srgbClr val="65728A"/>
                </a:solidFill>
              </a:defRPr>
            </a:lvl6pPr>
            <a:lvl7pPr algn="l">
              <a:defRPr sz="1050" b="1" i="0">
                <a:solidFill>
                  <a:srgbClr val="65728A"/>
                </a:solidFill>
              </a:defRPr>
            </a:lvl7pPr>
            <a:lvl8pPr algn="l">
              <a:defRPr sz="1050" b="1" i="0">
                <a:solidFill>
                  <a:srgbClr val="65728A"/>
                </a:solidFill>
              </a:defRPr>
            </a:lvl8pPr>
            <a:lvl9pPr algn="l">
              <a:defRPr sz="1050" b="1" i="0">
                <a:solidFill>
                  <a:srgbClr val="65728A"/>
                </a:solidFill>
              </a:defRPr>
            </a:lvl9pPr>
          </a:lstStyle>
          <a:p xmlns:a="http://schemas.openxmlformats.org/drawingml/2006/main">
            <a:pPr algn="l">
              <a:lnSpc>
                <a:spcPct val="105000"/>
              </a:lnSpc>
              <a:buNone/>
              <a:defRPr sz="1050" b="1" i="0">
                <a:solidFill>
                  <a:srgbClr val="65728A"/>
                </a:solidFill>
              </a:defRPr>
            </a:pPr>
            <a:r>
              <a:rPr sz="1050" b="1" i="0">
                <a:solidFill>
                  <a:srgbClr val="65728A"/>
                </a:solidFill>
              </a:rPr>
              <a:t>RAG RETRIEVAL BENCHMARK</a:t>
            </a:r>
          </a:p>
        </p:txBody>
      </p:sp>
      <p:sp>
        <p:nvSpPr>
          <p:cNvPr id="5" name="">
            <a:extLst xmlns:a="http://schemas.openxmlformats.org/drawingml/2006/main">
              <a:ext uri="{FF2B5EF4-FFF2-40B4-BE49-F238E27FC236}">
                <a16:creationId xmlns:a16="http://schemas.microsoft.com/office/drawing/2014/main" id="{F276397A-02CF-418C-8B7C-C08D00FE4EF9}"/>
              </a:ext>
            </a:extLst>
          </p:cNvPr>
          <p:cNvSpPr>
            <a:spLocks xmlns:a="http://schemas.openxmlformats.org/drawingml/2006/main" noGrp="1"/>
          </p:cNvSpPr>
          <p:nvPr/>
        </p:nvSpPr>
        <p:spPr>
          <a:xfrm xmlns:a="http://schemas.openxmlformats.org/drawingml/2006/main">
            <a:off x="10953750" y="64198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i="0">
                <a:solidFill>
                  <a:srgbClr val="65728A"/>
                </a:solidFill>
              </a:defRPr>
            </a:defPPr>
            <a:lvl1pPr algn="r">
              <a:defRPr sz="1200" b="1" i="0">
                <a:solidFill>
                  <a:srgbClr val="65728A"/>
                </a:solidFill>
              </a:defRPr>
            </a:lvl1pPr>
            <a:lvl2pPr algn="r">
              <a:defRPr sz="1200" b="1" i="0">
                <a:solidFill>
                  <a:srgbClr val="65728A"/>
                </a:solidFill>
              </a:defRPr>
            </a:lvl2pPr>
            <a:lvl3pPr algn="r">
              <a:defRPr sz="1200" b="1" i="0">
                <a:solidFill>
                  <a:srgbClr val="65728A"/>
                </a:solidFill>
              </a:defRPr>
            </a:lvl3pPr>
            <a:lvl4pPr algn="r">
              <a:defRPr sz="1200" b="1" i="0">
                <a:solidFill>
                  <a:srgbClr val="65728A"/>
                </a:solidFill>
              </a:defRPr>
            </a:lvl4pPr>
            <a:lvl5pPr algn="r">
              <a:defRPr sz="1200" b="1" i="0">
                <a:solidFill>
                  <a:srgbClr val="65728A"/>
                </a:solidFill>
              </a:defRPr>
            </a:lvl5pPr>
            <a:lvl6pPr algn="r">
              <a:defRPr sz="1200" b="1" i="0">
                <a:solidFill>
                  <a:srgbClr val="65728A"/>
                </a:solidFill>
              </a:defRPr>
            </a:lvl6pPr>
            <a:lvl7pPr algn="r">
              <a:defRPr sz="1200" b="1" i="0">
                <a:solidFill>
                  <a:srgbClr val="65728A"/>
                </a:solidFill>
              </a:defRPr>
            </a:lvl7pPr>
            <a:lvl8pPr algn="r">
              <a:defRPr sz="1200" b="1" i="0">
                <a:solidFill>
                  <a:srgbClr val="65728A"/>
                </a:solidFill>
              </a:defRPr>
            </a:lvl8pPr>
            <a:lvl9pPr algn="r">
              <a:defRPr sz="1200" b="1" i="0">
                <a:solidFill>
                  <a:srgbClr val="65728A"/>
                </a:solidFill>
              </a:defRPr>
            </a:lvl9pPr>
          </a:lstStyle>
          <a:p xmlns:a="http://schemas.openxmlformats.org/drawingml/2006/main">
            <a:pPr algn="r">
              <a:lnSpc>
                <a:spcPct val="105000"/>
              </a:lnSpc>
              <a:buNone/>
              <a:defRPr sz="1200" b="1" i="0">
                <a:solidFill>
                  <a:srgbClr val="65728A"/>
                </a:solidFill>
              </a:defRPr>
            </a:pPr>
            <a:r>
              <a:rPr sz="1200" b="1" i="0">
                <a:solidFill>
                  <a:srgbClr val="65728A"/>
                </a:solidFill>
              </a:rPr>
              <a:t>06</a:t>
            </a:r>
          </a:p>
        </p:txBody>
      </p:sp>
      <p:sp>
        <p:nvSpPr>
          <p:cNvPr id="6" name="">
            <a:extLst xmlns:a="http://schemas.openxmlformats.org/drawingml/2006/main">
              <a:ext uri="{FF2B5EF4-FFF2-40B4-BE49-F238E27FC236}">
                <a16:creationId xmlns:a16="http://schemas.microsoft.com/office/drawing/2014/main" id="{DB3A2A5A-07E6-47B3-9DE7-3DABE9F0DEDA}"/>
              </a:ext>
            </a:extLst>
          </p:cNvPr>
          <p:cNvSpPr>
            <a:spLocks xmlns:a="http://schemas.openxmlformats.org/drawingml/2006/main" noGrp="1"/>
          </p:cNvSpPr>
          <p:nvPr/>
        </p:nvSpPr>
        <p:spPr>
          <a:xfrm xmlns:a="http://schemas.openxmlformats.org/drawingml/2006/main">
            <a:off x="685800" y="14859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i="0">
                <a:solidFill>
                  <a:srgbClr val="263755"/>
                </a:solidFill>
              </a:defRPr>
            </a:defPPr>
            <a:lvl1pPr algn="l">
              <a:defRPr sz="1800" b="0" i="0">
                <a:solidFill>
                  <a:srgbClr val="263755"/>
                </a:solidFill>
              </a:defRPr>
            </a:lvl1pPr>
            <a:lvl2pPr algn="l">
              <a:defRPr sz="1800" b="0" i="0">
                <a:solidFill>
                  <a:srgbClr val="263755"/>
                </a:solidFill>
              </a:defRPr>
            </a:lvl2pPr>
            <a:lvl3pPr algn="l">
              <a:defRPr sz="1800" b="0" i="0">
                <a:solidFill>
                  <a:srgbClr val="263755"/>
                </a:solidFill>
              </a:defRPr>
            </a:lvl3pPr>
            <a:lvl4pPr algn="l">
              <a:defRPr sz="1800" b="0" i="0">
                <a:solidFill>
                  <a:srgbClr val="263755"/>
                </a:solidFill>
              </a:defRPr>
            </a:lvl4pPr>
            <a:lvl5pPr algn="l">
              <a:defRPr sz="1800" b="0" i="0">
                <a:solidFill>
                  <a:srgbClr val="263755"/>
                </a:solidFill>
              </a:defRPr>
            </a:lvl5pPr>
            <a:lvl6pPr algn="l">
              <a:defRPr sz="1800" b="0" i="0">
                <a:solidFill>
                  <a:srgbClr val="263755"/>
                </a:solidFill>
              </a:defRPr>
            </a:lvl6pPr>
            <a:lvl7pPr algn="l">
              <a:defRPr sz="1800" b="0" i="0">
                <a:solidFill>
                  <a:srgbClr val="263755"/>
                </a:solidFill>
              </a:defRPr>
            </a:lvl7pPr>
            <a:lvl8pPr algn="l">
              <a:defRPr sz="1800" b="0" i="0">
                <a:solidFill>
                  <a:srgbClr val="263755"/>
                </a:solidFill>
              </a:defRPr>
            </a:lvl8pPr>
            <a:lvl9pPr algn="l">
              <a:defRPr sz="1800" b="0" i="0">
                <a:solidFill>
                  <a:srgbClr val="263755"/>
                </a:solidFill>
              </a:defRPr>
            </a:lvl9pPr>
          </a:lstStyle>
          <a:p xmlns:a="http://schemas.openxmlformats.org/drawingml/2006/main">
            <a:pPr algn="l">
              <a:lnSpc>
                <a:spcPct val="105000"/>
              </a:lnSpc>
              <a:buNone/>
              <a:defRPr sz="1800" b="0" i="0">
                <a:solidFill>
                  <a:srgbClr val="263755"/>
                </a:solidFill>
              </a:defRPr>
            </a:pPr>
            <a:r>
              <a:rPr sz="1800" b="0" i="0">
                <a:solidFill>
                  <a:srgbClr val="263755"/>
                </a:solidFill>
              </a:rPr>
              <a:t>Each method ranks the same stored passages using a different signal.</a:t>
            </a:r>
          </a:p>
        </p:txBody>
      </p:sp>
      <p:sp>
        <p:nvSpPr>
          <p:cNvPr id="7" name="">
            <a:extLst xmlns:a="http://schemas.openxmlformats.org/drawingml/2006/main">
              <a:ext uri="{FF2B5EF4-FFF2-40B4-BE49-F238E27FC236}">
                <a16:creationId xmlns:a16="http://schemas.microsoft.com/office/drawing/2014/main" id="{F4E86B0A-EF4C-4488-AC4C-D3AA969E5A2F}"/>
              </a:ext>
            </a:extLst>
          </p:cNvPr>
          <p:cNvSpPr>
            <a:spLocks xmlns:a="http://schemas.openxmlformats.org/drawingml/2006/main" noGrp="1"/>
          </p:cNvSpPr>
          <p:nvPr/>
        </p:nvSpPr>
        <p:spPr>
          <a:xfrm xmlns:a="http://schemas.openxmlformats.org/drawingml/2006/main">
            <a:off x="819150" y="21907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278C8C"/>
                </a:solidFill>
              </a:defRPr>
            </a:defPPr>
            <a:lvl1pPr algn="l">
              <a:defRPr sz="1125" b="1" i="0">
                <a:solidFill>
                  <a:srgbClr val="278C8C"/>
                </a:solidFill>
              </a:defRPr>
            </a:lvl1pPr>
            <a:lvl2pPr algn="l">
              <a:defRPr sz="1125" b="1" i="0">
                <a:solidFill>
                  <a:srgbClr val="278C8C"/>
                </a:solidFill>
              </a:defRPr>
            </a:lvl2pPr>
            <a:lvl3pPr algn="l">
              <a:defRPr sz="1125" b="1" i="0">
                <a:solidFill>
                  <a:srgbClr val="278C8C"/>
                </a:solidFill>
              </a:defRPr>
            </a:lvl3pPr>
            <a:lvl4pPr algn="l">
              <a:defRPr sz="1125" b="1" i="0">
                <a:solidFill>
                  <a:srgbClr val="278C8C"/>
                </a:solidFill>
              </a:defRPr>
            </a:lvl4pPr>
            <a:lvl5pPr algn="l">
              <a:defRPr sz="1125" b="1" i="0">
                <a:solidFill>
                  <a:srgbClr val="278C8C"/>
                </a:solidFill>
              </a:defRPr>
            </a:lvl5pPr>
            <a:lvl6pPr algn="l">
              <a:defRPr sz="1125" b="1" i="0">
                <a:solidFill>
                  <a:srgbClr val="278C8C"/>
                </a:solidFill>
              </a:defRPr>
            </a:lvl6pPr>
            <a:lvl7pPr algn="l">
              <a:defRPr sz="1125" b="1" i="0">
                <a:solidFill>
                  <a:srgbClr val="278C8C"/>
                </a:solidFill>
              </a:defRPr>
            </a:lvl7pPr>
            <a:lvl8pPr algn="l">
              <a:defRPr sz="1125" b="1" i="0">
                <a:solidFill>
                  <a:srgbClr val="278C8C"/>
                </a:solidFill>
              </a:defRPr>
            </a:lvl8pPr>
            <a:lvl9pPr algn="l">
              <a:defRPr sz="1125" b="1" i="0">
                <a:solidFill>
                  <a:srgbClr val="278C8C"/>
                </a:solidFill>
              </a:defRPr>
            </a:lvl9pPr>
          </a:lstStyle>
          <a:p xmlns:a="http://schemas.openxmlformats.org/drawingml/2006/main">
            <a:pPr algn="l">
              <a:lnSpc>
                <a:spcPct val="105000"/>
              </a:lnSpc>
              <a:buNone/>
              <a:defRPr sz="1125" b="1" i="0">
                <a:solidFill>
                  <a:srgbClr val="278C8C"/>
                </a:solidFill>
              </a:defRPr>
            </a:pPr>
            <a:r>
              <a:rPr sz="1125" b="1" i="0">
                <a:solidFill>
                  <a:srgbClr val="278C8C"/>
                </a:solidFill>
              </a:rPr>
              <a:t>MEANING</a:t>
            </a:r>
          </a:p>
        </p:txBody>
      </p:sp>
      <p:sp>
        <p:nvSpPr>
          <p:cNvPr id="8" name="">
            <a:extLst xmlns:a="http://schemas.openxmlformats.org/drawingml/2006/main">
              <a:ext uri="{FF2B5EF4-FFF2-40B4-BE49-F238E27FC236}">
                <a16:creationId xmlns:a16="http://schemas.microsoft.com/office/drawing/2014/main" id="{AA8213D3-BC79-4AEC-A262-9FCE3FBB73F6}"/>
              </a:ext>
            </a:extLst>
          </p:cNvPr>
          <p:cNvSpPr>
            <a:spLocks xmlns:a="http://schemas.openxmlformats.org/drawingml/2006/main" noGrp="1"/>
          </p:cNvSpPr>
          <p:nvPr/>
        </p:nvSpPr>
        <p:spPr>
          <a:xfrm xmlns:a="http://schemas.openxmlformats.org/drawingml/2006/main">
            <a:off x="819150" y="25717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i="0">
                <a:solidFill>
                  <a:srgbClr val="14233F"/>
                </a:solidFill>
              </a:defRPr>
            </a:defPPr>
            <a:lvl1pPr algn="l">
              <a:defRPr sz="2175" b="1" i="0">
                <a:solidFill>
                  <a:srgbClr val="14233F"/>
                </a:solidFill>
              </a:defRPr>
            </a:lvl1pPr>
            <a:lvl2pPr algn="l">
              <a:defRPr sz="2175" b="1" i="0">
                <a:solidFill>
                  <a:srgbClr val="14233F"/>
                </a:solidFill>
              </a:defRPr>
            </a:lvl2pPr>
            <a:lvl3pPr algn="l">
              <a:defRPr sz="2175" b="1" i="0">
                <a:solidFill>
                  <a:srgbClr val="14233F"/>
                </a:solidFill>
              </a:defRPr>
            </a:lvl3pPr>
            <a:lvl4pPr algn="l">
              <a:defRPr sz="2175" b="1" i="0">
                <a:solidFill>
                  <a:srgbClr val="14233F"/>
                </a:solidFill>
              </a:defRPr>
            </a:lvl4pPr>
            <a:lvl5pPr algn="l">
              <a:defRPr sz="2175" b="1" i="0">
                <a:solidFill>
                  <a:srgbClr val="14233F"/>
                </a:solidFill>
              </a:defRPr>
            </a:lvl5pPr>
            <a:lvl6pPr algn="l">
              <a:defRPr sz="2175" b="1" i="0">
                <a:solidFill>
                  <a:srgbClr val="14233F"/>
                </a:solidFill>
              </a:defRPr>
            </a:lvl6pPr>
            <a:lvl7pPr algn="l">
              <a:defRPr sz="2175" b="1" i="0">
                <a:solidFill>
                  <a:srgbClr val="14233F"/>
                </a:solidFill>
              </a:defRPr>
            </a:lvl7pPr>
            <a:lvl8pPr algn="l">
              <a:defRPr sz="2175" b="1" i="0">
                <a:solidFill>
                  <a:srgbClr val="14233F"/>
                </a:solidFill>
              </a:defRPr>
            </a:lvl8pPr>
            <a:lvl9pPr algn="l">
              <a:defRPr sz="2175" b="1" i="0">
                <a:solidFill>
                  <a:srgbClr val="14233F"/>
                </a:solidFill>
              </a:defRPr>
            </a:lvl9pPr>
          </a:lstStyle>
          <a:p xmlns:a="http://schemas.openxmlformats.org/drawingml/2006/main">
            <a:pPr algn="l">
              <a:lnSpc>
                <a:spcPct val="105000"/>
              </a:lnSpc>
              <a:buNone/>
              <a:defRPr sz="2175" b="1" i="0">
                <a:solidFill>
                  <a:srgbClr val="14233F"/>
                </a:solidFill>
              </a:defRPr>
            </a:pPr>
            <a:r>
              <a:rPr sz="2175" b="1" i="0">
                <a:solidFill>
                  <a:srgbClr val="14233F"/>
                </a:solidFill>
              </a:rPr>
              <a:t>Dense retrieval</a:t>
            </a:r>
          </a:p>
        </p:txBody>
      </p:sp>
      <p:sp>
        <p:nvSpPr>
          <p:cNvPr id="9" name="">
            <a:extLst xmlns:a="http://schemas.openxmlformats.org/drawingml/2006/main">
              <a:ext uri="{FF2B5EF4-FFF2-40B4-BE49-F238E27FC236}">
                <a16:creationId xmlns:a16="http://schemas.microsoft.com/office/drawing/2014/main" id="{7D1373AD-B1EE-4159-AE6C-4713CAEE850D}"/>
              </a:ext>
            </a:extLst>
          </p:cNvPr>
          <p:cNvSpPr>
            <a:spLocks xmlns:a="http://schemas.openxmlformats.org/drawingml/2006/main" noGrp="1"/>
          </p:cNvSpPr>
          <p:nvPr/>
        </p:nvSpPr>
        <p:spPr>
          <a:xfrm xmlns:a="http://schemas.openxmlformats.org/drawingml/2006/main">
            <a:off x="819150" y="3124200"/>
            <a:ext cx="2857500" cy="38100"/>
          </a:xfrm>
          <a:prstGeom xmlns:a="http://schemas.openxmlformats.org/drawingml/2006/main" prst="rect">
            <a:avLst/>
          </a:prstGeom>
          <a:solidFill xmlns:a="http://schemas.openxmlformats.org/drawingml/2006/main">
            <a:srgbClr val="278C8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BA1620C-E953-4743-9C7A-8B231AEACC18}"/>
              </a:ext>
            </a:extLst>
          </p:cNvPr>
          <p:cNvSpPr>
            <a:spLocks xmlns:a="http://schemas.openxmlformats.org/drawingml/2006/main" noGrp="1"/>
          </p:cNvSpPr>
          <p:nvPr/>
        </p:nvSpPr>
        <p:spPr>
          <a:xfrm xmlns:a="http://schemas.openxmlformats.org/drawingml/2006/main">
            <a:off x="819150" y="3448050"/>
            <a:ext cx="2857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i="0">
                <a:solidFill>
                  <a:srgbClr val="263755"/>
                </a:solidFill>
              </a:defRPr>
            </a:defPPr>
            <a:lvl1pPr algn="l">
              <a:defRPr sz="1575" b="0" i="0">
                <a:solidFill>
                  <a:srgbClr val="263755"/>
                </a:solidFill>
              </a:defRPr>
            </a:lvl1pPr>
            <a:lvl2pPr algn="l">
              <a:defRPr sz="1575" b="0" i="0">
                <a:solidFill>
                  <a:srgbClr val="263755"/>
                </a:solidFill>
              </a:defRPr>
            </a:lvl2pPr>
            <a:lvl3pPr algn="l">
              <a:defRPr sz="1575" b="0" i="0">
                <a:solidFill>
                  <a:srgbClr val="263755"/>
                </a:solidFill>
              </a:defRPr>
            </a:lvl3pPr>
            <a:lvl4pPr algn="l">
              <a:defRPr sz="1575" b="0" i="0">
                <a:solidFill>
                  <a:srgbClr val="263755"/>
                </a:solidFill>
              </a:defRPr>
            </a:lvl4pPr>
            <a:lvl5pPr algn="l">
              <a:defRPr sz="1575" b="0" i="0">
                <a:solidFill>
                  <a:srgbClr val="263755"/>
                </a:solidFill>
              </a:defRPr>
            </a:lvl5pPr>
            <a:lvl6pPr algn="l">
              <a:defRPr sz="1575" b="0" i="0">
                <a:solidFill>
                  <a:srgbClr val="263755"/>
                </a:solidFill>
              </a:defRPr>
            </a:lvl6pPr>
            <a:lvl7pPr algn="l">
              <a:defRPr sz="1575" b="0" i="0">
                <a:solidFill>
                  <a:srgbClr val="263755"/>
                </a:solidFill>
              </a:defRPr>
            </a:lvl7pPr>
            <a:lvl8pPr algn="l">
              <a:defRPr sz="1575" b="0" i="0">
                <a:solidFill>
                  <a:srgbClr val="263755"/>
                </a:solidFill>
              </a:defRPr>
            </a:lvl8pPr>
            <a:lvl9pPr algn="l">
              <a:defRPr sz="1575" b="0" i="0">
                <a:solidFill>
                  <a:srgbClr val="263755"/>
                </a:solidFill>
              </a:defRPr>
            </a:lvl9pPr>
          </a:lstStyle>
          <a:p xmlns:a="http://schemas.openxmlformats.org/drawingml/2006/main">
            <a:pPr algn="l">
              <a:lnSpc>
                <a:spcPct val="112000"/>
              </a:lnSpc>
              <a:buNone/>
              <a:defRPr sz="1575" b="0" i="0">
                <a:solidFill>
                  <a:srgbClr val="263755"/>
                </a:solidFill>
              </a:defRPr>
            </a:pPr>
            <a:r>
              <a:rPr sz="1575" b="0" i="0">
                <a:solidFill>
                  <a:srgbClr val="263755"/>
                </a:solidFill>
              </a:rPr>
              <a:t>Embeds the query and passages with a multilingual Sentence Transformers model, then ranks by vector similarity.</a:t>
            </a:r>
          </a:p>
        </p:txBody>
      </p:sp>
      <p:sp>
        <p:nvSpPr>
          <p:cNvPr id="11" name="">
            <a:extLst xmlns:a="http://schemas.openxmlformats.org/drawingml/2006/main">
              <a:ext uri="{FF2B5EF4-FFF2-40B4-BE49-F238E27FC236}">
                <a16:creationId xmlns:a16="http://schemas.microsoft.com/office/drawing/2014/main" id="{EBBCC1D3-6554-406E-8832-56D5BFB4B397}"/>
              </a:ext>
            </a:extLst>
          </p:cNvPr>
          <p:cNvSpPr>
            <a:spLocks xmlns:a="http://schemas.openxmlformats.org/drawingml/2006/main" noGrp="1"/>
          </p:cNvSpPr>
          <p:nvPr/>
        </p:nvSpPr>
        <p:spPr>
          <a:xfrm xmlns:a="http://schemas.openxmlformats.org/drawingml/2006/main">
            <a:off x="819150" y="51435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i="0">
                <a:solidFill>
                  <a:srgbClr val="278C8C"/>
                </a:solidFill>
              </a:defRPr>
            </a:defPPr>
            <a:lvl1pPr algn="l">
              <a:defRPr sz="1350" b="1" i="0">
                <a:solidFill>
                  <a:srgbClr val="278C8C"/>
                </a:solidFill>
              </a:defRPr>
            </a:lvl1pPr>
            <a:lvl2pPr algn="l">
              <a:defRPr sz="1350" b="1" i="0">
                <a:solidFill>
                  <a:srgbClr val="278C8C"/>
                </a:solidFill>
              </a:defRPr>
            </a:lvl2pPr>
            <a:lvl3pPr algn="l">
              <a:defRPr sz="1350" b="1" i="0">
                <a:solidFill>
                  <a:srgbClr val="278C8C"/>
                </a:solidFill>
              </a:defRPr>
            </a:lvl3pPr>
            <a:lvl4pPr algn="l">
              <a:defRPr sz="1350" b="1" i="0">
                <a:solidFill>
                  <a:srgbClr val="278C8C"/>
                </a:solidFill>
              </a:defRPr>
            </a:lvl4pPr>
            <a:lvl5pPr algn="l">
              <a:defRPr sz="1350" b="1" i="0">
                <a:solidFill>
                  <a:srgbClr val="278C8C"/>
                </a:solidFill>
              </a:defRPr>
            </a:lvl5pPr>
            <a:lvl6pPr algn="l">
              <a:defRPr sz="1350" b="1" i="0">
                <a:solidFill>
                  <a:srgbClr val="278C8C"/>
                </a:solidFill>
              </a:defRPr>
            </a:lvl6pPr>
            <a:lvl7pPr algn="l">
              <a:defRPr sz="1350" b="1" i="0">
                <a:solidFill>
                  <a:srgbClr val="278C8C"/>
                </a:solidFill>
              </a:defRPr>
            </a:lvl7pPr>
            <a:lvl8pPr algn="l">
              <a:defRPr sz="1350" b="1" i="0">
                <a:solidFill>
                  <a:srgbClr val="278C8C"/>
                </a:solidFill>
              </a:defRPr>
            </a:lvl8pPr>
            <a:lvl9pPr algn="l">
              <a:defRPr sz="1350" b="1" i="0">
                <a:solidFill>
                  <a:srgbClr val="278C8C"/>
                </a:solidFill>
              </a:defRPr>
            </a:lvl9pPr>
          </a:lstStyle>
          <a:p xmlns:a="http://schemas.openxmlformats.org/drawingml/2006/main">
            <a:pPr algn="l">
              <a:lnSpc>
                <a:spcPct val="105000"/>
              </a:lnSpc>
              <a:buNone/>
              <a:defRPr sz="1350" b="1" i="0">
                <a:solidFill>
                  <a:srgbClr val="278C8C"/>
                </a:solidFill>
              </a:defRPr>
            </a:pPr>
            <a:r>
              <a:rPr sz="1350" b="1" i="0">
                <a:solidFill>
                  <a:srgbClr val="278C8C"/>
                </a:solidFill>
              </a:rPr>
              <a:t>Semantic similarity</a:t>
            </a:r>
          </a:p>
        </p:txBody>
      </p:sp>
      <p:sp>
        <p:nvSpPr>
          <p:cNvPr id="12" name="">
            <a:extLst xmlns:a="http://schemas.openxmlformats.org/drawingml/2006/main">
              <a:ext uri="{FF2B5EF4-FFF2-40B4-BE49-F238E27FC236}">
                <a16:creationId xmlns:a16="http://schemas.microsoft.com/office/drawing/2014/main" id="{2FEED8C1-8E68-4182-8777-65B994C93744}"/>
              </a:ext>
            </a:extLst>
          </p:cNvPr>
          <p:cNvSpPr>
            <a:spLocks xmlns:a="http://schemas.openxmlformats.org/drawingml/2006/main" noGrp="1"/>
          </p:cNvSpPr>
          <p:nvPr/>
        </p:nvSpPr>
        <p:spPr>
          <a:xfrm xmlns:a="http://schemas.openxmlformats.org/drawingml/2006/main">
            <a:off x="4019550" y="2152650"/>
            <a:ext cx="19050" cy="342900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D86C81B-DFCD-46B8-94AC-3AD64BCC5478}"/>
              </a:ext>
            </a:extLst>
          </p:cNvPr>
          <p:cNvSpPr>
            <a:spLocks xmlns:a="http://schemas.openxmlformats.org/drawingml/2006/main" noGrp="1"/>
          </p:cNvSpPr>
          <p:nvPr/>
        </p:nvSpPr>
        <p:spPr>
          <a:xfrm xmlns:a="http://schemas.openxmlformats.org/drawingml/2006/main">
            <a:off x="4514850" y="21907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D89A35"/>
                </a:solidFill>
              </a:defRPr>
            </a:defPPr>
            <a:lvl1pPr algn="l">
              <a:defRPr sz="1125" b="1" i="0">
                <a:solidFill>
                  <a:srgbClr val="D89A35"/>
                </a:solidFill>
              </a:defRPr>
            </a:lvl1pPr>
            <a:lvl2pPr algn="l">
              <a:defRPr sz="1125" b="1" i="0">
                <a:solidFill>
                  <a:srgbClr val="D89A35"/>
                </a:solidFill>
              </a:defRPr>
            </a:lvl2pPr>
            <a:lvl3pPr algn="l">
              <a:defRPr sz="1125" b="1" i="0">
                <a:solidFill>
                  <a:srgbClr val="D89A35"/>
                </a:solidFill>
              </a:defRPr>
            </a:lvl3pPr>
            <a:lvl4pPr algn="l">
              <a:defRPr sz="1125" b="1" i="0">
                <a:solidFill>
                  <a:srgbClr val="D89A35"/>
                </a:solidFill>
              </a:defRPr>
            </a:lvl4pPr>
            <a:lvl5pPr algn="l">
              <a:defRPr sz="1125" b="1" i="0">
                <a:solidFill>
                  <a:srgbClr val="D89A35"/>
                </a:solidFill>
              </a:defRPr>
            </a:lvl5pPr>
            <a:lvl6pPr algn="l">
              <a:defRPr sz="1125" b="1" i="0">
                <a:solidFill>
                  <a:srgbClr val="D89A35"/>
                </a:solidFill>
              </a:defRPr>
            </a:lvl6pPr>
            <a:lvl7pPr algn="l">
              <a:defRPr sz="1125" b="1" i="0">
                <a:solidFill>
                  <a:srgbClr val="D89A35"/>
                </a:solidFill>
              </a:defRPr>
            </a:lvl7pPr>
            <a:lvl8pPr algn="l">
              <a:defRPr sz="1125" b="1" i="0">
                <a:solidFill>
                  <a:srgbClr val="D89A35"/>
                </a:solidFill>
              </a:defRPr>
            </a:lvl8pPr>
            <a:lvl9pPr algn="l">
              <a:defRPr sz="1125" b="1" i="0">
                <a:solidFill>
                  <a:srgbClr val="D89A35"/>
                </a:solidFill>
              </a:defRPr>
            </a:lvl9pPr>
          </a:lstStyle>
          <a:p xmlns:a="http://schemas.openxmlformats.org/drawingml/2006/main">
            <a:pPr algn="l">
              <a:lnSpc>
                <a:spcPct val="105000"/>
              </a:lnSpc>
              <a:buNone/>
              <a:defRPr sz="1125" b="1" i="0">
                <a:solidFill>
                  <a:srgbClr val="D89A35"/>
                </a:solidFill>
              </a:defRPr>
            </a:pPr>
            <a:r>
              <a:rPr sz="1125" b="1" i="0">
                <a:solidFill>
                  <a:srgbClr val="D89A35"/>
                </a:solidFill>
              </a:rPr>
              <a:t>WORDS</a:t>
            </a:r>
          </a:p>
        </p:txBody>
      </p:sp>
      <p:sp>
        <p:nvSpPr>
          <p:cNvPr id="14" name="">
            <a:extLst xmlns:a="http://schemas.openxmlformats.org/drawingml/2006/main">
              <a:ext uri="{FF2B5EF4-FFF2-40B4-BE49-F238E27FC236}">
                <a16:creationId xmlns:a16="http://schemas.microsoft.com/office/drawing/2014/main" id="{500C881C-13B4-4AA5-A3BD-0500F565B2BD}"/>
              </a:ext>
            </a:extLst>
          </p:cNvPr>
          <p:cNvSpPr>
            <a:spLocks xmlns:a="http://schemas.openxmlformats.org/drawingml/2006/main" noGrp="1"/>
          </p:cNvSpPr>
          <p:nvPr/>
        </p:nvSpPr>
        <p:spPr>
          <a:xfrm xmlns:a="http://schemas.openxmlformats.org/drawingml/2006/main">
            <a:off x="4514850" y="25717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i="0">
                <a:solidFill>
                  <a:srgbClr val="14233F"/>
                </a:solidFill>
              </a:defRPr>
            </a:defPPr>
            <a:lvl1pPr algn="l">
              <a:defRPr sz="2175" b="1" i="0">
                <a:solidFill>
                  <a:srgbClr val="14233F"/>
                </a:solidFill>
              </a:defRPr>
            </a:lvl1pPr>
            <a:lvl2pPr algn="l">
              <a:defRPr sz="2175" b="1" i="0">
                <a:solidFill>
                  <a:srgbClr val="14233F"/>
                </a:solidFill>
              </a:defRPr>
            </a:lvl2pPr>
            <a:lvl3pPr algn="l">
              <a:defRPr sz="2175" b="1" i="0">
                <a:solidFill>
                  <a:srgbClr val="14233F"/>
                </a:solidFill>
              </a:defRPr>
            </a:lvl3pPr>
            <a:lvl4pPr algn="l">
              <a:defRPr sz="2175" b="1" i="0">
                <a:solidFill>
                  <a:srgbClr val="14233F"/>
                </a:solidFill>
              </a:defRPr>
            </a:lvl4pPr>
            <a:lvl5pPr algn="l">
              <a:defRPr sz="2175" b="1" i="0">
                <a:solidFill>
                  <a:srgbClr val="14233F"/>
                </a:solidFill>
              </a:defRPr>
            </a:lvl5pPr>
            <a:lvl6pPr algn="l">
              <a:defRPr sz="2175" b="1" i="0">
                <a:solidFill>
                  <a:srgbClr val="14233F"/>
                </a:solidFill>
              </a:defRPr>
            </a:lvl6pPr>
            <a:lvl7pPr algn="l">
              <a:defRPr sz="2175" b="1" i="0">
                <a:solidFill>
                  <a:srgbClr val="14233F"/>
                </a:solidFill>
              </a:defRPr>
            </a:lvl7pPr>
            <a:lvl8pPr algn="l">
              <a:defRPr sz="2175" b="1" i="0">
                <a:solidFill>
                  <a:srgbClr val="14233F"/>
                </a:solidFill>
              </a:defRPr>
            </a:lvl8pPr>
            <a:lvl9pPr algn="l">
              <a:defRPr sz="2175" b="1" i="0">
                <a:solidFill>
                  <a:srgbClr val="14233F"/>
                </a:solidFill>
              </a:defRPr>
            </a:lvl9pPr>
          </a:lstStyle>
          <a:p xmlns:a="http://schemas.openxmlformats.org/drawingml/2006/main">
            <a:pPr algn="l">
              <a:lnSpc>
                <a:spcPct val="105000"/>
              </a:lnSpc>
              <a:buNone/>
              <a:defRPr sz="2175" b="1" i="0">
                <a:solidFill>
                  <a:srgbClr val="14233F"/>
                </a:solidFill>
              </a:defRPr>
            </a:pPr>
            <a:r>
              <a:rPr sz="2175" b="1" i="0">
                <a:solidFill>
                  <a:srgbClr val="14233F"/>
                </a:solidFill>
              </a:rPr>
              <a:t>BM25</a:t>
            </a:r>
          </a:p>
        </p:txBody>
      </p:sp>
      <p:sp>
        <p:nvSpPr>
          <p:cNvPr id="15" name="">
            <a:extLst xmlns:a="http://schemas.openxmlformats.org/drawingml/2006/main">
              <a:ext uri="{FF2B5EF4-FFF2-40B4-BE49-F238E27FC236}">
                <a16:creationId xmlns:a16="http://schemas.microsoft.com/office/drawing/2014/main" id="{50BEF5D3-22B1-4AE6-BF05-6832694AC3BC}"/>
              </a:ext>
            </a:extLst>
          </p:cNvPr>
          <p:cNvSpPr>
            <a:spLocks xmlns:a="http://schemas.openxmlformats.org/drawingml/2006/main" noGrp="1"/>
          </p:cNvSpPr>
          <p:nvPr/>
        </p:nvSpPr>
        <p:spPr>
          <a:xfrm xmlns:a="http://schemas.openxmlformats.org/drawingml/2006/main">
            <a:off x="4514850" y="3124200"/>
            <a:ext cx="2857500" cy="38100"/>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C5329FA-4073-4BBF-9264-C70695237A5E}"/>
              </a:ext>
            </a:extLst>
          </p:cNvPr>
          <p:cNvSpPr>
            <a:spLocks xmlns:a="http://schemas.openxmlformats.org/drawingml/2006/main" noGrp="1"/>
          </p:cNvSpPr>
          <p:nvPr/>
        </p:nvSpPr>
        <p:spPr>
          <a:xfrm xmlns:a="http://schemas.openxmlformats.org/drawingml/2006/main">
            <a:off x="4514850" y="3448050"/>
            <a:ext cx="2857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i="0">
                <a:solidFill>
                  <a:srgbClr val="263755"/>
                </a:solidFill>
              </a:defRPr>
            </a:defPPr>
            <a:lvl1pPr algn="l">
              <a:defRPr sz="1575" b="0" i="0">
                <a:solidFill>
                  <a:srgbClr val="263755"/>
                </a:solidFill>
              </a:defRPr>
            </a:lvl1pPr>
            <a:lvl2pPr algn="l">
              <a:defRPr sz="1575" b="0" i="0">
                <a:solidFill>
                  <a:srgbClr val="263755"/>
                </a:solidFill>
              </a:defRPr>
            </a:lvl2pPr>
            <a:lvl3pPr algn="l">
              <a:defRPr sz="1575" b="0" i="0">
                <a:solidFill>
                  <a:srgbClr val="263755"/>
                </a:solidFill>
              </a:defRPr>
            </a:lvl3pPr>
            <a:lvl4pPr algn="l">
              <a:defRPr sz="1575" b="0" i="0">
                <a:solidFill>
                  <a:srgbClr val="263755"/>
                </a:solidFill>
              </a:defRPr>
            </a:lvl4pPr>
            <a:lvl5pPr algn="l">
              <a:defRPr sz="1575" b="0" i="0">
                <a:solidFill>
                  <a:srgbClr val="263755"/>
                </a:solidFill>
              </a:defRPr>
            </a:lvl5pPr>
            <a:lvl6pPr algn="l">
              <a:defRPr sz="1575" b="0" i="0">
                <a:solidFill>
                  <a:srgbClr val="263755"/>
                </a:solidFill>
              </a:defRPr>
            </a:lvl6pPr>
            <a:lvl7pPr algn="l">
              <a:defRPr sz="1575" b="0" i="0">
                <a:solidFill>
                  <a:srgbClr val="263755"/>
                </a:solidFill>
              </a:defRPr>
            </a:lvl7pPr>
            <a:lvl8pPr algn="l">
              <a:defRPr sz="1575" b="0" i="0">
                <a:solidFill>
                  <a:srgbClr val="263755"/>
                </a:solidFill>
              </a:defRPr>
            </a:lvl8pPr>
            <a:lvl9pPr algn="l">
              <a:defRPr sz="1575" b="0" i="0">
                <a:solidFill>
                  <a:srgbClr val="263755"/>
                </a:solidFill>
              </a:defRPr>
            </a:lvl9pPr>
          </a:lstStyle>
          <a:p xmlns:a="http://schemas.openxmlformats.org/drawingml/2006/main">
            <a:pPr algn="l">
              <a:lnSpc>
                <a:spcPct val="112000"/>
              </a:lnSpc>
              <a:buNone/>
              <a:defRPr sz="1575" b="0" i="0">
                <a:solidFill>
                  <a:srgbClr val="263755"/>
                </a:solidFill>
              </a:defRPr>
            </a:pPr>
            <a:r>
              <a:rPr sz="1575" b="0" i="0">
                <a:solidFill>
                  <a:srgbClr val="263755"/>
                </a:solidFill>
              </a:rPr>
              <a:t>Ranks lexical term matches. Unicode-aware tokenization retains Devanagari terms for Indic queries.</a:t>
            </a:r>
          </a:p>
        </p:txBody>
      </p:sp>
      <p:sp>
        <p:nvSpPr>
          <p:cNvPr id="17" name="">
            <a:extLst xmlns:a="http://schemas.openxmlformats.org/drawingml/2006/main">
              <a:ext uri="{FF2B5EF4-FFF2-40B4-BE49-F238E27FC236}">
                <a16:creationId xmlns:a16="http://schemas.microsoft.com/office/drawing/2014/main" id="{D8E2C4FB-F3A9-435E-92C3-7BA92735518A}"/>
              </a:ext>
            </a:extLst>
          </p:cNvPr>
          <p:cNvSpPr>
            <a:spLocks xmlns:a="http://schemas.openxmlformats.org/drawingml/2006/main" noGrp="1"/>
          </p:cNvSpPr>
          <p:nvPr/>
        </p:nvSpPr>
        <p:spPr>
          <a:xfrm xmlns:a="http://schemas.openxmlformats.org/drawingml/2006/main">
            <a:off x="4514850" y="51435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i="0">
                <a:solidFill>
                  <a:srgbClr val="D89A35"/>
                </a:solidFill>
              </a:defRPr>
            </a:defPPr>
            <a:lvl1pPr algn="l">
              <a:defRPr sz="1350" b="1" i="0">
                <a:solidFill>
                  <a:srgbClr val="D89A35"/>
                </a:solidFill>
              </a:defRPr>
            </a:lvl1pPr>
            <a:lvl2pPr algn="l">
              <a:defRPr sz="1350" b="1" i="0">
                <a:solidFill>
                  <a:srgbClr val="D89A35"/>
                </a:solidFill>
              </a:defRPr>
            </a:lvl2pPr>
            <a:lvl3pPr algn="l">
              <a:defRPr sz="1350" b="1" i="0">
                <a:solidFill>
                  <a:srgbClr val="D89A35"/>
                </a:solidFill>
              </a:defRPr>
            </a:lvl3pPr>
            <a:lvl4pPr algn="l">
              <a:defRPr sz="1350" b="1" i="0">
                <a:solidFill>
                  <a:srgbClr val="D89A35"/>
                </a:solidFill>
              </a:defRPr>
            </a:lvl4pPr>
            <a:lvl5pPr algn="l">
              <a:defRPr sz="1350" b="1" i="0">
                <a:solidFill>
                  <a:srgbClr val="D89A35"/>
                </a:solidFill>
              </a:defRPr>
            </a:lvl5pPr>
            <a:lvl6pPr algn="l">
              <a:defRPr sz="1350" b="1" i="0">
                <a:solidFill>
                  <a:srgbClr val="D89A35"/>
                </a:solidFill>
              </a:defRPr>
            </a:lvl6pPr>
            <a:lvl7pPr algn="l">
              <a:defRPr sz="1350" b="1" i="0">
                <a:solidFill>
                  <a:srgbClr val="D89A35"/>
                </a:solidFill>
              </a:defRPr>
            </a:lvl7pPr>
            <a:lvl8pPr algn="l">
              <a:defRPr sz="1350" b="1" i="0">
                <a:solidFill>
                  <a:srgbClr val="D89A35"/>
                </a:solidFill>
              </a:defRPr>
            </a:lvl8pPr>
            <a:lvl9pPr algn="l">
              <a:defRPr sz="1350" b="1" i="0">
                <a:solidFill>
                  <a:srgbClr val="D89A35"/>
                </a:solidFill>
              </a:defRPr>
            </a:lvl9pPr>
          </a:lstStyle>
          <a:p xmlns:a="http://schemas.openxmlformats.org/drawingml/2006/main">
            <a:pPr algn="l">
              <a:lnSpc>
                <a:spcPct val="105000"/>
              </a:lnSpc>
              <a:buNone/>
              <a:defRPr sz="1350" b="1" i="0">
                <a:solidFill>
                  <a:srgbClr val="D89A35"/>
                </a:solidFill>
              </a:defRPr>
            </a:pPr>
            <a:r>
              <a:rPr sz="1350" b="1" i="0">
                <a:solidFill>
                  <a:srgbClr val="D89A35"/>
                </a:solidFill>
              </a:rPr>
              <a:t>Term matching</a:t>
            </a:r>
          </a:p>
        </p:txBody>
      </p:sp>
      <p:sp>
        <p:nvSpPr>
          <p:cNvPr id="18" name="">
            <a:extLst xmlns:a="http://schemas.openxmlformats.org/drawingml/2006/main">
              <a:ext uri="{FF2B5EF4-FFF2-40B4-BE49-F238E27FC236}">
                <a16:creationId xmlns:a16="http://schemas.microsoft.com/office/drawing/2014/main" id="{F6D86DE0-4194-4E70-A157-BD0F27550C8F}"/>
              </a:ext>
            </a:extLst>
          </p:cNvPr>
          <p:cNvSpPr>
            <a:spLocks xmlns:a="http://schemas.openxmlformats.org/drawingml/2006/main" noGrp="1"/>
          </p:cNvSpPr>
          <p:nvPr/>
        </p:nvSpPr>
        <p:spPr>
          <a:xfrm xmlns:a="http://schemas.openxmlformats.org/drawingml/2006/main">
            <a:off x="7715250" y="2152650"/>
            <a:ext cx="19050" cy="342900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F210BB8-A184-4C1D-9872-2CD1C396468C}"/>
              </a:ext>
            </a:extLst>
          </p:cNvPr>
          <p:cNvSpPr>
            <a:spLocks xmlns:a="http://schemas.openxmlformats.org/drawingml/2006/main" noGrp="1"/>
          </p:cNvSpPr>
          <p:nvPr/>
        </p:nvSpPr>
        <p:spPr>
          <a:xfrm xmlns:a="http://schemas.openxmlformats.org/drawingml/2006/main">
            <a:off x="8210550" y="21907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14233F"/>
                </a:solidFill>
              </a:defRPr>
            </a:defPPr>
            <a:lvl1pPr algn="l">
              <a:defRPr sz="1125" b="1" i="0">
                <a:solidFill>
                  <a:srgbClr val="14233F"/>
                </a:solidFill>
              </a:defRPr>
            </a:lvl1pPr>
            <a:lvl2pPr algn="l">
              <a:defRPr sz="1125" b="1" i="0">
                <a:solidFill>
                  <a:srgbClr val="14233F"/>
                </a:solidFill>
              </a:defRPr>
            </a:lvl2pPr>
            <a:lvl3pPr algn="l">
              <a:defRPr sz="1125" b="1" i="0">
                <a:solidFill>
                  <a:srgbClr val="14233F"/>
                </a:solidFill>
              </a:defRPr>
            </a:lvl3pPr>
            <a:lvl4pPr algn="l">
              <a:defRPr sz="1125" b="1" i="0">
                <a:solidFill>
                  <a:srgbClr val="14233F"/>
                </a:solidFill>
              </a:defRPr>
            </a:lvl4pPr>
            <a:lvl5pPr algn="l">
              <a:defRPr sz="1125" b="1" i="0">
                <a:solidFill>
                  <a:srgbClr val="14233F"/>
                </a:solidFill>
              </a:defRPr>
            </a:lvl5pPr>
            <a:lvl6pPr algn="l">
              <a:defRPr sz="1125" b="1" i="0">
                <a:solidFill>
                  <a:srgbClr val="14233F"/>
                </a:solidFill>
              </a:defRPr>
            </a:lvl6pPr>
            <a:lvl7pPr algn="l">
              <a:defRPr sz="1125" b="1" i="0">
                <a:solidFill>
                  <a:srgbClr val="14233F"/>
                </a:solidFill>
              </a:defRPr>
            </a:lvl7pPr>
            <a:lvl8pPr algn="l">
              <a:defRPr sz="1125" b="1" i="0">
                <a:solidFill>
                  <a:srgbClr val="14233F"/>
                </a:solidFill>
              </a:defRPr>
            </a:lvl8pPr>
            <a:lvl9pPr algn="l">
              <a:defRPr sz="1125" b="1" i="0">
                <a:solidFill>
                  <a:srgbClr val="14233F"/>
                </a:solidFill>
              </a:defRPr>
            </a:lvl9pPr>
          </a:lstStyle>
          <a:p xmlns:a="http://schemas.openxmlformats.org/drawingml/2006/main">
            <a:pPr algn="l">
              <a:lnSpc>
                <a:spcPct val="105000"/>
              </a:lnSpc>
              <a:buNone/>
              <a:defRPr sz="1125" b="1" i="0">
                <a:solidFill>
                  <a:srgbClr val="14233F"/>
                </a:solidFill>
              </a:defRPr>
            </a:pPr>
            <a:r>
              <a:rPr sz="1125" b="1" i="0">
                <a:solidFill>
                  <a:srgbClr val="14233F"/>
                </a:solidFill>
              </a:rPr>
              <a:t>RANK FUSION</a:t>
            </a:r>
          </a:p>
        </p:txBody>
      </p:sp>
      <p:sp>
        <p:nvSpPr>
          <p:cNvPr id="20" name="">
            <a:extLst xmlns:a="http://schemas.openxmlformats.org/drawingml/2006/main">
              <a:ext uri="{FF2B5EF4-FFF2-40B4-BE49-F238E27FC236}">
                <a16:creationId xmlns:a16="http://schemas.microsoft.com/office/drawing/2014/main" id="{AD1CE3CF-2B51-4F8C-8278-2D8BA6EB2F26}"/>
              </a:ext>
            </a:extLst>
          </p:cNvPr>
          <p:cNvSpPr>
            <a:spLocks xmlns:a="http://schemas.openxmlformats.org/drawingml/2006/main" noGrp="1"/>
          </p:cNvSpPr>
          <p:nvPr/>
        </p:nvSpPr>
        <p:spPr>
          <a:xfrm xmlns:a="http://schemas.openxmlformats.org/drawingml/2006/main">
            <a:off x="8210550" y="25717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i="0">
                <a:solidFill>
                  <a:srgbClr val="14233F"/>
                </a:solidFill>
              </a:defRPr>
            </a:defPPr>
            <a:lvl1pPr algn="l">
              <a:defRPr sz="2175" b="1" i="0">
                <a:solidFill>
                  <a:srgbClr val="14233F"/>
                </a:solidFill>
              </a:defRPr>
            </a:lvl1pPr>
            <a:lvl2pPr algn="l">
              <a:defRPr sz="2175" b="1" i="0">
                <a:solidFill>
                  <a:srgbClr val="14233F"/>
                </a:solidFill>
              </a:defRPr>
            </a:lvl2pPr>
            <a:lvl3pPr algn="l">
              <a:defRPr sz="2175" b="1" i="0">
                <a:solidFill>
                  <a:srgbClr val="14233F"/>
                </a:solidFill>
              </a:defRPr>
            </a:lvl3pPr>
            <a:lvl4pPr algn="l">
              <a:defRPr sz="2175" b="1" i="0">
                <a:solidFill>
                  <a:srgbClr val="14233F"/>
                </a:solidFill>
              </a:defRPr>
            </a:lvl4pPr>
            <a:lvl5pPr algn="l">
              <a:defRPr sz="2175" b="1" i="0">
                <a:solidFill>
                  <a:srgbClr val="14233F"/>
                </a:solidFill>
              </a:defRPr>
            </a:lvl5pPr>
            <a:lvl6pPr algn="l">
              <a:defRPr sz="2175" b="1" i="0">
                <a:solidFill>
                  <a:srgbClr val="14233F"/>
                </a:solidFill>
              </a:defRPr>
            </a:lvl6pPr>
            <a:lvl7pPr algn="l">
              <a:defRPr sz="2175" b="1" i="0">
                <a:solidFill>
                  <a:srgbClr val="14233F"/>
                </a:solidFill>
              </a:defRPr>
            </a:lvl7pPr>
            <a:lvl8pPr algn="l">
              <a:defRPr sz="2175" b="1" i="0">
                <a:solidFill>
                  <a:srgbClr val="14233F"/>
                </a:solidFill>
              </a:defRPr>
            </a:lvl8pPr>
            <a:lvl9pPr algn="l">
              <a:defRPr sz="2175" b="1" i="0">
                <a:solidFill>
                  <a:srgbClr val="14233F"/>
                </a:solidFill>
              </a:defRPr>
            </a:lvl9pPr>
          </a:lstStyle>
          <a:p xmlns:a="http://schemas.openxmlformats.org/drawingml/2006/main">
            <a:pPr algn="l">
              <a:lnSpc>
                <a:spcPct val="105000"/>
              </a:lnSpc>
              <a:buNone/>
              <a:defRPr sz="2175" b="1" i="0">
                <a:solidFill>
                  <a:srgbClr val="14233F"/>
                </a:solidFill>
              </a:defRPr>
            </a:pPr>
            <a:r>
              <a:rPr sz="2175" b="1" i="0">
                <a:solidFill>
                  <a:srgbClr val="14233F"/>
                </a:solidFill>
              </a:rPr>
              <a:t>Hybrid RRF</a:t>
            </a:r>
          </a:p>
        </p:txBody>
      </p:sp>
      <p:sp>
        <p:nvSpPr>
          <p:cNvPr id="21" name="">
            <a:extLst xmlns:a="http://schemas.openxmlformats.org/drawingml/2006/main">
              <a:ext uri="{FF2B5EF4-FFF2-40B4-BE49-F238E27FC236}">
                <a16:creationId xmlns:a16="http://schemas.microsoft.com/office/drawing/2014/main" id="{F3249CAB-AD22-4F54-A302-6E6F23A61B50}"/>
              </a:ext>
            </a:extLst>
          </p:cNvPr>
          <p:cNvSpPr>
            <a:spLocks xmlns:a="http://schemas.openxmlformats.org/drawingml/2006/main" noGrp="1"/>
          </p:cNvSpPr>
          <p:nvPr/>
        </p:nvSpPr>
        <p:spPr>
          <a:xfrm xmlns:a="http://schemas.openxmlformats.org/drawingml/2006/main">
            <a:off x="8210550" y="3124200"/>
            <a:ext cx="2857500" cy="38100"/>
          </a:xfrm>
          <a:prstGeom xmlns:a="http://schemas.openxmlformats.org/drawingml/2006/main" prst="rect">
            <a:avLst/>
          </a:prstGeom>
          <a:solidFill xmlns:a="http://schemas.openxmlformats.org/drawingml/2006/main">
            <a:srgbClr val="14233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62E6565-889A-44CA-A564-3264E3FFEBC4}"/>
              </a:ext>
            </a:extLst>
          </p:cNvPr>
          <p:cNvSpPr>
            <a:spLocks xmlns:a="http://schemas.openxmlformats.org/drawingml/2006/main" noGrp="1"/>
          </p:cNvSpPr>
          <p:nvPr/>
        </p:nvSpPr>
        <p:spPr>
          <a:xfrm xmlns:a="http://schemas.openxmlformats.org/drawingml/2006/main">
            <a:off x="8210550" y="3448050"/>
            <a:ext cx="2857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i="0">
                <a:solidFill>
                  <a:srgbClr val="263755"/>
                </a:solidFill>
              </a:defRPr>
            </a:defPPr>
            <a:lvl1pPr algn="l">
              <a:defRPr sz="1575" b="0" i="0">
                <a:solidFill>
                  <a:srgbClr val="263755"/>
                </a:solidFill>
              </a:defRPr>
            </a:lvl1pPr>
            <a:lvl2pPr algn="l">
              <a:defRPr sz="1575" b="0" i="0">
                <a:solidFill>
                  <a:srgbClr val="263755"/>
                </a:solidFill>
              </a:defRPr>
            </a:lvl2pPr>
            <a:lvl3pPr algn="l">
              <a:defRPr sz="1575" b="0" i="0">
                <a:solidFill>
                  <a:srgbClr val="263755"/>
                </a:solidFill>
              </a:defRPr>
            </a:lvl3pPr>
            <a:lvl4pPr algn="l">
              <a:defRPr sz="1575" b="0" i="0">
                <a:solidFill>
                  <a:srgbClr val="263755"/>
                </a:solidFill>
              </a:defRPr>
            </a:lvl4pPr>
            <a:lvl5pPr algn="l">
              <a:defRPr sz="1575" b="0" i="0">
                <a:solidFill>
                  <a:srgbClr val="263755"/>
                </a:solidFill>
              </a:defRPr>
            </a:lvl5pPr>
            <a:lvl6pPr algn="l">
              <a:defRPr sz="1575" b="0" i="0">
                <a:solidFill>
                  <a:srgbClr val="263755"/>
                </a:solidFill>
              </a:defRPr>
            </a:lvl6pPr>
            <a:lvl7pPr algn="l">
              <a:defRPr sz="1575" b="0" i="0">
                <a:solidFill>
                  <a:srgbClr val="263755"/>
                </a:solidFill>
              </a:defRPr>
            </a:lvl7pPr>
            <a:lvl8pPr algn="l">
              <a:defRPr sz="1575" b="0" i="0">
                <a:solidFill>
                  <a:srgbClr val="263755"/>
                </a:solidFill>
              </a:defRPr>
            </a:lvl8pPr>
            <a:lvl9pPr algn="l">
              <a:defRPr sz="1575" b="0" i="0">
                <a:solidFill>
                  <a:srgbClr val="263755"/>
                </a:solidFill>
              </a:defRPr>
            </a:lvl9pPr>
          </a:lstStyle>
          <a:p xmlns:a="http://schemas.openxmlformats.org/drawingml/2006/main">
            <a:pPr algn="l">
              <a:lnSpc>
                <a:spcPct val="112000"/>
              </a:lnSpc>
              <a:buNone/>
              <a:defRPr sz="1575" b="0" i="0">
                <a:solidFill>
                  <a:srgbClr val="263755"/>
                </a:solidFill>
              </a:defRPr>
            </a:pPr>
            <a:r>
              <a:rPr sz="1575" b="0" i="0">
                <a:solidFill>
                  <a:srgbClr val="263755"/>
                </a:solidFill>
              </a:rPr>
              <a:t>Combines the dense and BM25 ranked lists using a fixed reciprocal-rank fusion constant.</a:t>
            </a:r>
          </a:p>
        </p:txBody>
      </p:sp>
      <p:sp>
        <p:nvSpPr>
          <p:cNvPr id="23" name="">
            <a:extLst xmlns:a="http://schemas.openxmlformats.org/drawingml/2006/main">
              <a:ext uri="{FF2B5EF4-FFF2-40B4-BE49-F238E27FC236}">
                <a16:creationId xmlns:a16="http://schemas.microsoft.com/office/drawing/2014/main" id="{3C53D261-BC37-46BA-8797-83EC78BE84AD}"/>
              </a:ext>
            </a:extLst>
          </p:cNvPr>
          <p:cNvSpPr>
            <a:spLocks xmlns:a="http://schemas.openxmlformats.org/drawingml/2006/main" noGrp="1"/>
          </p:cNvSpPr>
          <p:nvPr/>
        </p:nvSpPr>
        <p:spPr>
          <a:xfrm xmlns:a="http://schemas.openxmlformats.org/drawingml/2006/main">
            <a:off x="8210550" y="51435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i="0">
                <a:solidFill>
                  <a:srgbClr val="14233F"/>
                </a:solidFill>
              </a:defRPr>
            </a:defPPr>
            <a:lvl1pPr algn="l">
              <a:defRPr sz="1350" b="1" i="0">
                <a:solidFill>
                  <a:srgbClr val="14233F"/>
                </a:solidFill>
              </a:defRPr>
            </a:lvl1pPr>
            <a:lvl2pPr algn="l">
              <a:defRPr sz="1350" b="1" i="0">
                <a:solidFill>
                  <a:srgbClr val="14233F"/>
                </a:solidFill>
              </a:defRPr>
            </a:lvl2pPr>
            <a:lvl3pPr algn="l">
              <a:defRPr sz="1350" b="1" i="0">
                <a:solidFill>
                  <a:srgbClr val="14233F"/>
                </a:solidFill>
              </a:defRPr>
            </a:lvl3pPr>
            <a:lvl4pPr algn="l">
              <a:defRPr sz="1350" b="1" i="0">
                <a:solidFill>
                  <a:srgbClr val="14233F"/>
                </a:solidFill>
              </a:defRPr>
            </a:lvl4pPr>
            <a:lvl5pPr algn="l">
              <a:defRPr sz="1350" b="1" i="0">
                <a:solidFill>
                  <a:srgbClr val="14233F"/>
                </a:solidFill>
              </a:defRPr>
            </a:lvl5pPr>
            <a:lvl6pPr algn="l">
              <a:defRPr sz="1350" b="1" i="0">
                <a:solidFill>
                  <a:srgbClr val="14233F"/>
                </a:solidFill>
              </a:defRPr>
            </a:lvl6pPr>
            <a:lvl7pPr algn="l">
              <a:defRPr sz="1350" b="1" i="0">
                <a:solidFill>
                  <a:srgbClr val="14233F"/>
                </a:solidFill>
              </a:defRPr>
            </a:lvl7pPr>
            <a:lvl8pPr algn="l">
              <a:defRPr sz="1350" b="1" i="0">
                <a:solidFill>
                  <a:srgbClr val="14233F"/>
                </a:solidFill>
              </a:defRPr>
            </a:lvl8pPr>
            <a:lvl9pPr algn="l">
              <a:defRPr sz="1350" b="1" i="0">
                <a:solidFill>
                  <a:srgbClr val="14233F"/>
                </a:solidFill>
              </a:defRPr>
            </a:lvl9pPr>
          </a:lstStyle>
          <a:p xmlns:a="http://schemas.openxmlformats.org/drawingml/2006/main">
            <a:pPr algn="l">
              <a:lnSpc>
                <a:spcPct val="105000"/>
              </a:lnSpc>
              <a:buNone/>
              <a:defRPr sz="1350" b="1" i="0">
                <a:solidFill>
                  <a:srgbClr val="14233F"/>
                </a:solidFill>
              </a:defRPr>
            </a:pPr>
            <a:r>
              <a:rPr sz="1350" b="1" i="0">
                <a:solidFill>
                  <a:srgbClr val="14233F"/>
                </a:solidFill>
              </a:rPr>
              <a:t>Complementary ranks</a:t>
            </a:r>
          </a:p>
        </p:txBody>
      </p:sp>
    </p:spTree>
    <p:extLst>
      <p:ext uri="{BB962C8B-B14F-4D97-AF65-F5344CB8AC3E}">
        <p14:creationId xmlns:p14="http://schemas.microsoft.com/office/powerpoint/2010/main" val="1167397299"/>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9C62A44-0F00-4948-A846-695792B6347A}"/>
              </a:ext>
            </a:extLst>
          </p:cNvPr>
          <p:cNvSpPr>
            <a:spLocks xmlns:a="http://schemas.openxmlformats.org/drawingml/2006/main" noGrp="1"/>
          </p:cNvSpPr>
          <p:nvPr/>
        </p:nvSpPr>
        <p:spPr>
          <a:xfrm xmlns:a="http://schemas.openxmlformats.org/drawingml/2006/main">
            <a:off x="685800" y="4191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150" b="1" i="0">
                <a:solidFill>
                  <a:srgbClr val="14233F"/>
                </a:solidFill>
              </a:defRPr>
            </a:defPPr>
            <a:lvl1pPr algn="l">
              <a:defRPr sz="3150" b="1" i="0">
                <a:solidFill>
                  <a:srgbClr val="14233F"/>
                </a:solidFill>
              </a:defRPr>
            </a:lvl1pPr>
            <a:lvl2pPr algn="l">
              <a:defRPr sz="3150" b="1" i="0">
                <a:solidFill>
                  <a:srgbClr val="14233F"/>
                </a:solidFill>
              </a:defRPr>
            </a:lvl2pPr>
            <a:lvl3pPr algn="l">
              <a:defRPr sz="3150" b="1" i="0">
                <a:solidFill>
                  <a:srgbClr val="14233F"/>
                </a:solidFill>
              </a:defRPr>
            </a:lvl3pPr>
            <a:lvl4pPr algn="l">
              <a:defRPr sz="3150" b="1" i="0">
                <a:solidFill>
                  <a:srgbClr val="14233F"/>
                </a:solidFill>
              </a:defRPr>
            </a:lvl4pPr>
            <a:lvl5pPr algn="l">
              <a:defRPr sz="3150" b="1" i="0">
                <a:solidFill>
                  <a:srgbClr val="14233F"/>
                </a:solidFill>
              </a:defRPr>
            </a:lvl5pPr>
            <a:lvl6pPr algn="l">
              <a:defRPr sz="3150" b="1" i="0">
                <a:solidFill>
                  <a:srgbClr val="14233F"/>
                </a:solidFill>
              </a:defRPr>
            </a:lvl6pPr>
            <a:lvl7pPr algn="l">
              <a:defRPr sz="3150" b="1" i="0">
                <a:solidFill>
                  <a:srgbClr val="14233F"/>
                </a:solidFill>
              </a:defRPr>
            </a:lvl7pPr>
            <a:lvl8pPr algn="l">
              <a:defRPr sz="3150" b="1" i="0">
                <a:solidFill>
                  <a:srgbClr val="14233F"/>
                </a:solidFill>
              </a:defRPr>
            </a:lvl8pPr>
            <a:lvl9pPr algn="l">
              <a:defRPr sz="3150" b="1" i="0">
                <a:solidFill>
                  <a:srgbClr val="14233F"/>
                </a:solidFill>
              </a:defRPr>
            </a:lvl9pPr>
          </a:lstStyle>
          <a:p xmlns:a="http://schemas.openxmlformats.org/drawingml/2006/main">
            <a:pPr algn="l">
              <a:lnSpc>
                <a:spcPct val="105000"/>
              </a:lnSpc>
              <a:buNone/>
              <a:defRPr sz="3150" b="1" i="0">
                <a:solidFill>
                  <a:srgbClr val="14233F"/>
                </a:solidFill>
              </a:defRPr>
            </a:pPr>
            <a:r>
              <a:rPr sz="3150" b="1" i="0">
                <a:solidFill>
                  <a:srgbClr val="14233F"/>
                </a:solidFill>
              </a:rPr>
              <a:t>How the benchmark is designed</a:t>
            </a:r>
          </a:p>
        </p:txBody>
      </p:sp>
      <p:sp>
        <p:nvSpPr>
          <p:cNvPr id="2" name="">
            <a:extLst xmlns:a="http://schemas.openxmlformats.org/drawingml/2006/main">
              <a:ext uri="{FF2B5EF4-FFF2-40B4-BE49-F238E27FC236}">
                <a16:creationId xmlns:a16="http://schemas.microsoft.com/office/drawing/2014/main" id="{D4BEAA45-D416-4707-954F-A05A25438E7E}"/>
              </a:ext>
            </a:extLst>
          </p:cNvPr>
          <p:cNvSpPr>
            <a:spLocks xmlns:a="http://schemas.openxmlformats.org/drawingml/2006/main" noGrp="1"/>
          </p:cNvSpPr>
          <p:nvPr/>
        </p:nvSpPr>
        <p:spPr>
          <a:xfrm xmlns:a="http://schemas.openxmlformats.org/drawingml/2006/main">
            <a:off x="685800" y="1162050"/>
            <a:ext cx="108204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CA243B4-AAF6-4D72-8547-48CA5616E9F6}"/>
              </a:ext>
            </a:extLst>
          </p:cNvPr>
          <p:cNvSpPr>
            <a:spLocks xmlns:a="http://schemas.openxmlformats.org/drawingml/2006/main" noGrp="1"/>
          </p:cNvSpPr>
          <p:nvPr/>
        </p:nvSpPr>
        <p:spPr>
          <a:xfrm xmlns:a="http://schemas.openxmlformats.org/drawingml/2006/main">
            <a:off x="685800" y="1162050"/>
            <a:ext cx="742950" cy="28575"/>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779210C-D13C-4DAB-AC56-1D8A9B7C68F2}"/>
              </a:ext>
            </a:extLst>
          </p:cNvPr>
          <p:cNvSpPr>
            <a:spLocks xmlns:a="http://schemas.openxmlformats.org/drawingml/2006/main" noGrp="1"/>
          </p:cNvSpPr>
          <p:nvPr/>
        </p:nvSpPr>
        <p:spPr>
          <a:xfrm xmlns:a="http://schemas.openxmlformats.org/drawingml/2006/main">
            <a:off x="685800" y="6457950"/>
            <a:ext cx="609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i="0">
                <a:solidFill>
                  <a:srgbClr val="65728A"/>
                </a:solidFill>
              </a:defRPr>
            </a:defPPr>
            <a:lvl1pPr algn="l">
              <a:defRPr sz="1050" b="1" i="0">
                <a:solidFill>
                  <a:srgbClr val="65728A"/>
                </a:solidFill>
              </a:defRPr>
            </a:lvl1pPr>
            <a:lvl2pPr algn="l">
              <a:defRPr sz="1050" b="1" i="0">
                <a:solidFill>
                  <a:srgbClr val="65728A"/>
                </a:solidFill>
              </a:defRPr>
            </a:lvl2pPr>
            <a:lvl3pPr algn="l">
              <a:defRPr sz="1050" b="1" i="0">
                <a:solidFill>
                  <a:srgbClr val="65728A"/>
                </a:solidFill>
              </a:defRPr>
            </a:lvl3pPr>
            <a:lvl4pPr algn="l">
              <a:defRPr sz="1050" b="1" i="0">
                <a:solidFill>
                  <a:srgbClr val="65728A"/>
                </a:solidFill>
              </a:defRPr>
            </a:lvl4pPr>
            <a:lvl5pPr algn="l">
              <a:defRPr sz="1050" b="1" i="0">
                <a:solidFill>
                  <a:srgbClr val="65728A"/>
                </a:solidFill>
              </a:defRPr>
            </a:lvl5pPr>
            <a:lvl6pPr algn="l">
              <a:defRPr sz="1050" b="1" i="0">
                <a:solidFill>
                  <a:srgbClr val="65728A"/>
                </a:solidFill>
              </a:defRPr>
            </a:lvl6pPr>
            <a:lvl7pPr algn="l">
              <a:defRPr sz="1050" b="1" i="0">
                <a:solidFill>
                  <a:srgbClr val="65728A"/>
                </a:solidFill>
              </a:defRPr>
            </a:lvl7pPr>
            <a:lvl8pPr algn="l">
              <a:defRPr sz="1050" b="1" i="0">
                <a:solidFill>
                  <a:srgbClr val="65728A"/>
                </a:solidFill>
              </a:defRPr>
            </a:lvl8pPr>
            <a:lvl9pPr algn="l">
              <a:defRPr sz="1050" b="1" i="0">
                <a:solidFill>
                  <a:srgbClr val="65728A"/>
                </a:solidFill>
              </a:defRPr>
            </a:lvl9pPr>
          </a:lstStyle>
          <a:p xmlns:a="http://schemas.openxmlformats.org/drawingml/2006/main">
            <a:pPr algn="l">
              <a:lnSpc>
                <a:spcPct val="105000"/>
              </a:lnSpc>
              <a:buNone/>
              <a:defRPr sz="1050" b="1" i="0">
                <a:solidFill>
                  <a:srgbClr val="65728A"/>
                </a:solidFill>
              </a:defRPr>
            </a:pPr>
            <a:r>
              <a:rPr sz="1050" b="1" i="0">
                <a:solidFill>
                  <a:srgbClr val="65728A"/>
                </a:solidFill>
              </a:rPr>
              <a:t>RAG RETRIEVAL BENCHMARK</a:t>
            </a:r>
          </a:p>
        </p:txBody>
      </p:sp>
      <p:sp>
        <p:nvSpPr>
          <p:cNvPr id="5" name="">
            <a:extLst xmlns:a="http://schemas.openxmlformats.org/drawingml/2006/main">
              <a:ext uri="{FF2B5EF4-FFF2-40B4-BE49-F238E27FC236}">
                <a16:creationId xmlns:a16="http://schemas.microsoft.com/office/drawing/2014/main" id="{045BA0C4-1457-48A0-9E31-BCDC6142F295}"/>
              </a:ext>
            </a:extLst>
          </p:cNvPr>
          <p:cNvSpPr>
            <a:spLocks xmlns:a="http://schemas.openxmlformats.org/drawingml/2006/main" noGrp="1"/>
          </p:cNvSpPr>
          <p:nvPr/>
        </p:nvSpPr>
        <p:spPr>
          <a:xfrm xmlns:a="http://schemas.openxmlformats.org/drawingml/2006/main">
            <a:off x="10953750" y="64198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i="0">
                <a:solidFill>
                  <a:srgbClr val="65728A"/>
                </a:solidFill>
              </a:defRPr>
            </a:defPPr>
            <a:lvl1pPr algn="r">
              <a:defRPr sz="1200" b="1" i="0">
                <a:solidFill>
                  <a:srgbClr val="65728A"/>
                </a:solidFill>
              </a:defRPr>
            </a:lvl1pPr>
            <a:lvl2pPr algn="r">
              <a:defRPr sz="1200" b="1" i="0">
                <a:solidFill>
                  <a:srgbClr val="65728A"/>
                </a:solidFill>
              </a:defRPr>
            </a:lvl2pPr>
            <a:lvl3pPr algn="r">
              <a:defRPr sz="1200" b="1" i="0">
                <a:solidFill>
                  <a:srgbClr val="65728A"/>
                </a:solidFill>
              </a:defRPr>
            </a:lvl3pPr>
            <a:lvl4pPr algn="r">
              <a:defRPr sz="1200" b="1" i="0">
                <a:solidFill>
                  <a:srgbClr val="65728A"/>
                </a:solidFill>
              </a:defRPr>
            </a:lvl4pPr>
            <a:lvl5pPr algn="r">
              <a:defRPr sz="1200" b="1" i="0">
                <a:solidFill>
                  <a:srgbClr val="65728A"/>
                </a:solidFill>
              </a:defRPr>
            </a:lvl5pPr>
            <a:lvl6pPr algn="r">
              <a:defRPr sz="1200" b="1" i="0">
                <a:solidFill>
                  <a:srgbClr val="65728A"/>
                </a:solidFill>
              </a:defRPr>
            </a:lvl6pPr>
            <a:lvl7pPr algn="r">
              <a:defRPr sz="1200" b="1" i="0">
                <a:solidFill>
                  <a:srgbClr val="65728A"/>
                </a:solidFill>
              </a:defRPr>
            </a:lvl7pPr>
            <a:lvl8pPr algn="r">
              <a:defRPr sz="1200" b="1" i="0">
                <a:solidFill>
                  <a:srgbClr val="65728A"/>
                </a:solidFill>
              </a:defRPr>
            </a:lvl8pPr>
            <a:lvl9pPr algn="r">
              <a:defRPr sz="1200" b="1" i="0">
                <a:solidFill>
                  <a:srgbClr val="65728A"/>
                </a:solidFill>
              </a:defRPr>
            </a:lvl9pPr>
          </a:lstStyle>
          <a:p xmlns:a="http://schemas.openxmlformats.org/drawingml/2006/main">
            <a:pPr algn="r">
              <a:lnSpc>
                <a:spcPct val="105000"/>
              </a:lnSpc>
              <a:buNone/>
              <a:defRPr sz="1200" b="1" i="0">
                <a:solidFill>
                  <a:srgbClr val="65728A"/>
                </a:solidFill>
              </a:defRPr>
            </a:pPr>
            <a:r>
              <a:rPr sz="1200" b="1" i="0">
                <a:solidFill>
                  <a:srgbClr val="65728A"/>
                </a:solidFill>
              </a:rPr>
              <a:t>07</a:t>
            </a:r>
          </a:p>
        </p:txBody>
      </p:sp>
      <p:sp>
        <p:nvSpPr>
          <p:cNvPr id="6" name="">
            <a:extLst xmlns:a="http://schemas.openxmlformats.org/drawingml/2006/main">
              <a:ext uri="{FF2B5EF4-FFF2-40B4-BE49-F238E27FC236}">
                <a16:creationId xmlns:a16="http://schemas.microsoft.com/office/drawing/2014/main" id="{7E3DD540-BCF5-446D-9244-6C783F2C67DA}"/>
              </a:ext>
            </a:extLst>
          </p:cNvPr>
          <p:cNvSpPr>
            <a:spLocks xmlns:a="http://schemas.openxmlformats.org/drawingml/2006/main" noGrp="1"/>
          </p:cNvSpPr>
          <p:nvPr/>
        </p:nvSpPr>
        <p:spPr>
          <a:xfrm xmlns:a="http://schemas.openxmlformats.org/drawingml/2006/main">
            <a:off x="781050" y="16573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278C8C"/>
                </a:solidFill>
              </a:defRPr>
            </a:defPPr>
            <a:lvl1pPr algn="l">
              <a:defRPr sz="1125" b="1" i="0">
                <a:solidFill>
                  <a:srgbClr val="278C8C"/>
                </a:solidFill>
              </a:defRPr>
            </a:lvl1pPr>
            <a:lvl2pPr algn="l">
              <a:defRPr sz="1125" b="1" i="0">
                <a:solidFill>
                  <a:srgbClr val="278C8C"/>
                </a:solidFill>
              </a:defRPr>
            </a:lvl2pPr>
            <a:lvl3pPr algn="l">
              <a:defRPr sz="1125" b="1" i="0">
                <a:solidFill>
                  <a:srgbClr val="278C8C"/>
                </a:solidFill>
              </a:defRPr>
            </a:lvl3pPr>
            <a:lvl4pPr algn="l">
              <a:defRPr sz="1125" b="1" i="0">
                <a:solidFill>
                  <a:srgbClr val="278C8C"/>
                </a:solidFill>
              </a:defRPr>
            </a:lvl4pPr>
            <a:lvl5pPr algn="l">
              <a:defRPr sz="1125" b="1" i="0">
                <a:solidFill>
                  <a:srgbClr val="278C8C"/>
                </a:solidFill>
              </a:defRPr>
            </a:lvl5pPr>
            <a:lvl6pPr algn="l">
              <a:defRPr sz="1125" b="1" i="0">
                <a:solidFill>
                  <a:srgbClr val="278C8C"/>
                </a:solidFill>
              </a:defRPr>
            </a:lvl6pPr>
            <a:lvl7pPr algn="l">
              <a:defRPr sz="1125" b="1" i="0">
                <a:solidFill>
                  <a:srgbClr val="278C8C"/>
                </a:solidFill>
              </a:defRPr>
            </a:lvl7pPr>
            <a:lvl8pPr algn="l">
              <a:defRPr sz="1125" b="1" i="0">
                <a:solidFill>
                  <a:srgbClr val="278C8C"/>
                </a:solidFill>
              </a:defRPr>
            </a:lvl8pPr>
            <a:lvl9pPr algn="l">
              <a:defRPr sz="1125" b="1" i="0">
                <a:solidFill>
                  <a:srgbClr val="278C8C"/>
                </a:solidFill>
              </a:defRPr>
            </a:lvl9pPr>
          </a:lstStyle>
          <a:p xmlns:a="http://schemas.openxmlformats.org/drawingml/2006/main">
            <a:pPr algn="l">
              <a:lnSpc>
                <a:spcPct val="105000"/>
              </a:lnSpc>
              <a:buNone/>
              <a:defRPr sz="1125" b="1" i="0">
                <a:solidFill>
                  <a:srgbClr val="278C8C"/>
                </a:solidFill>
              </a:defRPr>
            </a:pPr>
            <a:r>
              <a:rPr sz="1125" b="1" i="0">
                <a:solidFill>
                  <a:srgbClr val="278C8C"/>
                </a:solidFill>
              </a:rPr>
              <a:t>EVIDENCE SOURCE</a:t>
            </a:r>
          </a:p>
        </p:txBody>
      </p:sp>
      <p:sp>
        <p:nvSpPr>
          <p:cNvPr id="7" name="">
            <a:extLst xmlns:a="http://schemas.openxmlformats.org/drawingml/2006/main">
              <a:ext uri="{FF2B5EF4-FFF2-40B4-BE49-F238E27FC236}">
                <a16:creationId xmlns:a16="http://schemas.microsoft.com/office/drawing/2014/main" id="{C025D5F3-ABFF-4986-839A-AABC701F093F}"/>
              </a:ext>
            </a:extLst>
          </p:cNvPr>
          <p:cNvSpPr>
            <a:spLocks xmlns:a="http://schemas.openxmlformats.org/drawingml/2006/main" noGrp="1"/>
          </p:cNvSpPr>
          <p:nvPr/>
        </p:nvSpPr>
        <p:spPr>
          <a:xfrm xmlns:a="http://schemas.openxmlformats.org/drawingml/2006/main">
            <a:off x="781050" y="2000250"/>
            <a:ext cx="4191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i="0">
                <a:solidFill>
                  <a:srgbClr val="14233F"/>
                </a:solidFill>
              </a:defRPr>
            </a:defPPr>
            <a:lvl1pPr algn="l">
              <a:defRPr sz="1875" b="1" i="0">
                <a:solidFill>
                  <a:srgbClr val="14233F"/>
                </a:solidFill>
              </a:defRPr>
            </a:lvl1pPr>
            <a:lvl2pPr algn="l">
              <a:defRPr sz="1875" b="1" i="0">
                <a:solidFill>
                  <a:srgbClr val="14233F"/>
                </a:solidFill>
              </a:defRPr>
            </a:lvl2pPr>
            <a:lvl3pPr algn="l">
              <a:defRPr sz="1875" b="1" i="0">
                <a:solidFill>
                  <a:srgbClr val="14233F"/>
                </a:solidFill>
              </a:defRPr>
            </a:lvl3pPr>
            <a:lvl4pPr algn="l">
              <a:defRPr sz="1875" b="1" i="0">
                <a:solidFill>
                  <a:srgbClr val="14233F"/>
                </a:solidFill>
              </a:defRPr>
            </a:lvl4pPr>
            <a:lvl5pPr algn="l">
              <a:defRPr sz="1875" b="1" i="0">
                <a:solidFill>
                  <a:srgbClr val="14233F"/>
                </a:solidFill>
              </a:defRPr>
            </a:lvl5pPr>
            <a:lvl6pPr algn="l">
              <a:defRPr sz="1875" b="1" i="0">
                <a:solidFill>
                  <a:srgbClr val="14233F"/>
                </a:solidFill>
              </a:defRPr>
            </a:lvl6pPr>
            <a:lvl7pPr algn="l">
              <a:defRPr sz="1875" b="1" i="0">
                <a:solidFill>
                  <a:srgbClr val="14233F"/>
                </a:solidFill>
              </a:defRPr>
            </a:lvl7pPr>
            <a:lvl8pPr algn="l">
              <a:defRPr sz="1875" b="1" i="0">
                <a:solidFill>
                  <a:srgbClr val="14233F"/>
                </a:solidFill>
              </a:defRPr>
            </a:lvl8pPr>
            <a:lvl9pPr algn="l">
              <a:defRPr sz="1875" b="1" i="0">
                <a:solidFill>
                  <a:srgbClr val="14233F"/>
                </a:solidFill>
              </a:defRPr>
            </a:lvl9pPr>
          </a:lstStyle>
          <a:p xmlns:a="http://schemas.openxmlformats.org/drawingml/2006/main">
            <a:pPr algn="l">
              <a:lnSpc>
                <a:spcPct val="105000"/>
              </a:lnSpc>
              <a:buNone/>
              <a:defRPr sz="1875" b="1" i="0">
                <a:solidFill>
                  <a:srgbClr val="14233F"/>
                </a:solidFill>
              </a:defRPr>
            </a:pPr>
            <a:r>
              <a:rPr sz="1875" b="1" i="0">
                <a:solidFill>
                  <a:srgbClr val="14233F"/>
                </a:solidFill>
              </a:rPr>
              <a:t>Gold passage selected from the source PDF before retrieval is run.</a:t>
            </a:r>
          </a:p>
        </p:txBody>
      </p:sp>
      <p:sp>
        <p:nvSpPr>
          <p:cNvPr id="8" name="">
            <a:extLst xmlns:a="http://schemas.openxmlformats.org/drawingml/2006/main">
              <a:ext uri="{FF2B5EF4-FFF2-40B4-BE49-F238E27FC236}">
                <a16:creationId xmlns:a16="http://schemas.microsoft.com/office/drawing/2014/main" id="{A41B9078-902A-4DAF-9827-42F7FB05AABC}"/>
              </a:ext>
            </a:extLst>
          </p:cNvPr>
          <p:cNvSpPr>
            <a:spLocks xmlns:a="http://schemas.openxmlformats.org/drawingml/2006/main" noGrp="1"/>
          </p:cNvSpPr>
          <p:nvPr/>
        </p:nvSpPr>
        <p:spPr>
          <a:xfrm xmlns:a="http://schemas.openxmlformats.org/drawingml/2006/main">
            <a:off x="781050" y="2952750"/>
            <a:ext cx="41910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60555E4-29C6-4D0E-A053-9F7922CED93B}"/>
              </a:ext>
            </a:extLst>
          </p:cNvPr>
          <p:cNvSpPr>
            <a:spLocks xmlns:a="http://schemas.openxmlformats.org/drawingml/2006/main" noGrp="1"/>
          </p:cNvSpPr>
          <p:nvPr/>
        </p:nvSpPr>
        <p:spPr>
          <a:xfrm xmlns:a="http://schemas.openxmlformats.org/drawingml/2006/main">
            <a:off x="781050" y="32956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D89A35"/>
                </a:solidFill>
              </a:defRPr>
            </a:defPPr>
            <a:lvl1pPr algn="l">
              <a:defRPr sz="1125" b="1" i="0">
                <a:solidFill>
                  <a:srgbClr val="D89A35"/>
                </a:solidFill>
              </a:defRPr>
            </a:lvl1pPr>
            <a:lvl2pPr algn="l">
              <a:defRPr sz="1125" b="1" i="0">
                <a:solidFill>
                  <a:srgbClr val="D89A35"/>
                </a:solidFill>
              </a:defRPr>
            </a:lvl2pPr>
            <a:lvl3pPr algn="l">
              <a:defRPr sz="1125" b="1" i="0">
                <a:solidFill>
                  <a:srgbClr val="D89A35"/>
                </a:solidFill>
              </a:defRPr>
            </a:lvl3pPr>
            <a:lvl4pPr algn="l">
              <a:defRPr sz="1125" b="1" i="0">
                <a:solidFill>
                  <a:srgbClr val="D89A35"/>
                </a:solidFill>
              </a:defRPr>
            </a:lvl4pPr>
            <a:lvl5pPr algn="l">
              <a:defRPr sz="1125" b="1" i="0">
                <a:solidFill>
                  <a:srgbClr val="D89A35"/>
                </a:solidFill>
              </a:defRPr>
            </a:lvl5pPr>
            <a:lvl6pPr algn="l">
              <a:defRPr sz="1125" b="1" i="0">
                <a:solidFill>
                  <a:srgbClr val="D89A35"/>
                </a:solidFill>
              </a:defRPr>
            </a:lvl6pPr>
            <a:lvl7pPr algn="l">
              <a:defRPr sz="1125" b="1" i="0">
                <a:solidFill>
                  <a:srgbClr val="D89A35"/>
                </a:solidFill>
              </a:defRPr>
            </a:lvl7pPr>
            <a:lvl8pPr algn="l">
              <a:defRPr sz="1125" b="1" i="0">
                <a:solidFill>
                  <a:srgbClr val="D89A35"/>
                </a:solidFill>
              </a:defRPr>
            </a:lvl8pPr>
            <a:lvl9pPr algn="l">
              <a:defRPr sz="1125" b="1" i="0">
                <a:solidFill>
                  <a:srgbClr val="D89A35"/>
                </a:solidFill>
              </a:defRPr>
            </a:lvl9pPr>
          </a:lstStyle>
          <a:p xmlns:a="http://schemas.openxmlformats.org/drawingml/2006/main">
            <a:pPr algn="l">
              <a:lnSpc>
                <a:spcPct val="105000"/>
              </a:lnSpc>
              <a:buNone/>
              <a:defRPr sz="1125" b="1" i="0">
                <a:solidFill>
                  <a:srgbClr val="D89A35"/>
                </a:solidFill>
              </a:defRPr>
            </a:pPr>
            <a:r>
              <a:rPr sz="1125" b="1" i="0">
                <a:solidFill>
                  <a:srgbClr val="D89A35"/>
                </a:solidFill>
              </a:rPr>
              <a:t>EVIDENCE CHECK</a:t>
            </a:r>
          </a:p>
        </p:txBody>
      </p:sp>
      <p:sp>
        <p:nvSpPr>
          <p:cNvPr id="10" name="">
            <a:extLst xmlns:a="http://schemas.openxmlformats.org/drawingml/2006/main">
              <a:ext uri="{FF2B5EF4-FFF2-40B4-BE49-F238E27FC236}">
                <a16:creationId xmlns:a16="http://schemas.microsoft.com/office/drawing/2014/main" id="{2354EF29-9C44-485E-A415-0BAEC8934707}"/>
              </a:ext>
            </a:extLst>
          </p:cNvPr>
          <p:cNvSpPr>
            <a:spLocks xmlns:a="http://schemas.openxmlformats.org/drawingml/2006/main" noGrp="1"/>
          </p:cNvSpPr>
          <p:nvPr/>
        </p:nvSpPr>
        <p:spPr>
          <a:xfrm xmlns:a="http://schemas.openxmlformats.org/drawingml/2006/main">
            <a:off x="781050" y="3638550"/>
            <a:ext cx="4191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i="0">
                <a:solidFill>
                  <a:srgbClr val="263755"/>
                </a:solidFill>
              </a:defRPr>
            </a:defPPr>
            <a:lvl1pPr algn="l">
              <a:defRPr sz="1650" b="0" i="0">
                <a:solidFill>
                  <a:srgbClr val="263755"/>
                </a:solidFill>
              </a:defRPr>
            </a:lvl1pPr>
            <a:lvl2pPr algn="l">
              <a:defRPr sz="1650" b="0" i="0">
                <a:solidFill>
                  <a:srgbClr val="263755"/>
                </a:solidFill>
              </a:defRPr>
            </a:lvl2pPr>
            <a:lvl3pPr algn="l">
              <a:defRPr sz="1650" b="0" i="0">
                <a:solidFill>
                  <a:srgbClr val="263755"/>
                </a:solidFill>
              </a:defRPr>
            </a:lvl3pPr>
            <a:lvl4pPr algn="l">
              <a:defRPr sz="1650" b="0" i="0">
                <a:solidFill>
                  <a:srgbClr val="263755"/>
                </a:solidFill>
              </a:defRPr>
            </a:lvl4pPr>
            <a:lvl5pPr algn="l">
              <a:defRPr sz="1650" b="0" i="0">
                <a:solidFill>
                  <a:srgbClr val="263755"/>
                </a:solidFill>
              </a:defRPr>
            </a:lvl5pPr>
            <a:lvl6pPr algn="l">
              <a:defRPr sz="1650" b="0" i="0">
                <a:solidFill>
                  <a:srgbClr val="263755"/>
                </a:solidFill>
              </a:defRPr>
            </a:lvl6pPr>
            <a:lvl7pPr algn="l">
              <a:defRPr sz="1650" b="0" i="0">
                <a:solidFill>
                  <a:srgbClr val="263755"/>
                </a:solidFill>
              </a:defRPr>
            </a:lvl7pPr>
            <a:lvl8pPr algn="l">
              <a:defRPr sz="1650" b="0" i="0">
                <a:solidFill>
                  <a:srgbClr val="263755"/>
                </a:solidFill>
              </a:defRPr>
            </a:lvl8pPr>
            <a:lvl9pPr algn="l">
              <a:defRPr sz="1650" b="0" i="0">
                <a:solidFill>
                  <a:srgbClr val="263755"/>
                </a:solidFill>
              </a:defRPr>
            </a:lvl9pPr>
          </a:lstStyle>
          <a:p xmlns:a="http://schemas.openxmlformats.org/drawingml/2006/main">
            <a:pPr algn="l">
              <a:lnSpc>
                <a:spcPct val="105000"/>
              </a:lnSpc>
              <a:buNone/>
              <a:defRPr sz="1650" b="0" i="0">
                <a:solidFill>
                  <a:srgbClr val="263755"/>
                </a:solidFill>
              </a:defRPr>
            </a:pPr>
            <a:r>
              <a:rPr sz="1650" b="0" i="0">
                <a:solidFill>
                  <a:srgbClr val="263755"/>
                </a:solidFill>
              </a:rPr>
              <a:t>Each gold passage is matched against chunks from its own paper.</a:t>
            </a:r>
          </a:p>
        </p:txBody>
      </p:sp>
      <p:sp>
        <p:nvSpPr>
          <p:cNvPr id="11" name="">
            <a:extLst xmlns:a="http://schemas.openxmlformats.org/drawingml/2006/main">
              <a:ext uri="{FF2B5EF4-FFF2-40B4-BE49-F238E27FC236}">
                <a16:creationId xmlns:a16="http://schemas.microsoft.com/office/drawing/2014/main" id="{D11C8DC8-5552-46B1-A6C6-2F1B3FE133F0}"/>
              </a:ext>
            </a:extLst>
          </p:cNvPr>
          <p:cNvSpPr>
            <a:spLocks xmlns:a="http://schemas.openxmlformats.org/drawingml/2006/main" noGrp="1"/>
          </p:cNvSpPr>
          <p:nvPr/>
        </p:nvSpPr>
        <p:spPr>
          <a:xfrm xmlns:a="http://schemas.openxmlformats.org/drawingml/2006/main">
            <a:off x="5562600" y="1657350"/>
            <a:ext cx="19050" cy="39052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563AAC1-8E4C-471B-B9F0-471806AA3154}"/>
              </a:ext>
            </a:extLst>
          </p:cNvPr>
          <p:cNvSpPr>
            <a:spLocks xmlns:a="http://schemas.openxmlformats.org/drawingml/2006/main" noGrp="1"/>
          </p:cNvSpPr>
          <p:nvPr/>
        </p:nvSpPr>
        <p:spPr>
          <a:xfrm xmlns:a="http://schemas.openxmlformats.org/drawingml/2006/main">
            <a:off x="6057900" y="16573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14233F"/>
                </a:solidFill>
              </a:defRPr>
            </a:defPPr>
            <a:lvl1pPr algn="l">
              <a:defRPr sz="1125" b="1" i="0">
                <a:solidFill>
                  <a:srgbClr val="14233F"/>
                </a:solidFill>
              </a:defRPr>
            </a:lvl1pPr>
            <a:lvl2pPr algn="l">
              <a:defRPr sz="1125" b="1" i="0">
                <a:solidFill>
                  <a:srgbClr val="14233F"/>
                </a:solidFill>
              </a:defRPr>
            </a:lvl2pPr>
            <a:lvl3pPr algn="l">
              <a:defRPr sz="1125" b="1" i="0">
                <a:solidFill>
                  <a:srgbClr val="14233F"/>
                </a:solidFill>
              </a:defRPr>
            </a:lvl3pPr>
            <a:lvl4pPr algn="l">
              <a:defRPr sz="1125" b="1" i="0">
                <a:solidFill>
                  <a:srgbClr val="14233F"/>
                </a:solidFill>
              </a:defRPr>
            </a:lvl4pPr>
            <a:lvl5pPr algn="l">
              <a:defRPr sz="1125" b="1" i="0">
                <a:solidFill>
                  <a:srgbClr val="14233F"/>
                </a:solidFill>
              </a:defRPr>
            </a:lvl5pPr>
            <a:lvl6pPr algn="l">
              <a:defRPr sz="1125" b="1" i="0">
                <a:solidFill>
                  <a:srgbClr val="14233F"/>
                </a:solidFill>
              </a:defRPr>
            </a:lvl6pPr>
            <a:lvl7pPr algn="l">
              <a:defRPr sz="1125" b="1" i="0">
                <a:solidFill>
                  <a:srgbClr val="14233F"/>
                </a:solidFill>
              </a:defRPr>
            </a:lvl7pPr>
            <a:lvl8pPr algn="l">
              <a:defRPr sz="1125" b="1" i="0">
                <a:solidFill>
                  <a:srgbClr val="14233F"/>
                </a:solidFill>
              </a:defRPr>
            </a:lvl8pPr>
            <a:lvl9pPr algn="l">
              <a:defRPr sz="1125" b="1" i="0">
                <a:solidFill>
                  <a:srgbClr val="14233F"/>
                </a:solidFill>
              </a:defRPr>
            </a:lvl9pPr>
          </a:lstStyle>
          <a:p xmlns:a="http://schemas.openxmlformats.org/drawingml/2006/main">
            <a:pPr algn="l">
              <a:lnSpc>
                <a:spcPct val="105000"/>
              </a:lnSpc>
              <a:buNone/>
              <a:defRPr sz="1125" b="1" i="0">
                <a:solidFill>
                  <a:srgbClr val="14233F"/>
                </a:solidFill>
              </a:defRPr>
            </a:pPr>
            <a:r>
              <a:rPr sz="1125" b="1" i="0">
                <a:solidFill>
                  <a:srgbClr val="14233F"/>
                </a:solidFill>
              </a:rPr>
              <a:t>CONTROLLED COMPARISON</a:t>
            </a:r>
          </a:p>
        </p:txBody>
      </p:sp>
      <p:sp>
        <p:nvSpPr>
          <p:cNvPr id="13" name="">
            <a:extLst xmlns:a="http://schemas.openxmlformats.org/drawingml/2006/main">
              <a:ext uri="{FF2B5EF4-FFF2-40B4-BE49-F238E27FC236}">
                <a16:creationId xmlns:a16="http://schemas.microsoft.com/office/drawing/2014/main" id="{1DD63CBF-5BA8-4D82-BF1A-4BC6B56BDB81}"/>
              </a:ext>
            </a:extLst>
          </p:cNvPr>
          <p:cNvSpPr>
            <a:spLocks xmlns:a="http://schemas.openxmlformats.org/drawingml/2006/main" noGrp="1"/>
          </p:cNvSpPr>
          <p:nvPr/>
        </p:nvSpPr>
        <p:spPr>
          <a:xfrm xmlns:a="http://schemas.openxmlformats.org/drawingml/2006/main">
            <a:off x="6076950" y="2200275"/>
            <a:ext cx="114300" cy="114300"/>
          </a:xfrm>
          <a:prstGeom xmlns:a="http://schemas.openxmlformats.org/drawingml/2006/main" prst="ellipse">
            <a:avLst/>
          </a:prstGeom>
          <a:solidFill xmlns:a="http://schemas.openxmlformats.org/drawingml/2006/main">
            <a:srgbClr val="278C8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8E67B5-81F3-4E0C-9EAC-790507A0063C}"/>
              </a:ext>
            </a:extLst>
          </p:cNvPr>
          <p:cNvSpPr>
            <a:spLocks xmlns:a="http://schemas.openxmlformats.org/drawingml/2006/main" noGrp="1"/>
          </p:cNvSpPr>
          <p:nvPr/>
        </p:nvSpPr>
        <p:spPr>
          <a:xfrm xmlns:a="http://schemas.openxmlformats.org/drawingml/2006/main">
            <a:off x="6362700" y="2133600"/>
            <a:ext cx="447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i="0">
                <a:solidFill>
                  <a:srgbClr val="263755"/>
                </a:solidFill>
              </a:defRPr>
            </a:defPPr>
            <a:lvl1pPr algn="l">
              <a:defRPr sz="1575" b="0" i="0">
                <a:solidFill>
                  <a:srgbClr val="263755"/>
                </a:solidFill>
              </a:defRPr>
            </a:lvl1pPr>
            <a:lvl2pPr algn="l">
              <a:defRPr sz="1575" b="0" i="0">
                <a:solidFill>
                  <a:srgbClr val="263755"/>
                </a:solidFill>
              </a:defRPr>
            </a:lvl2pPr>
            <a:lvl3pPr algn="l">
              <a:defRPr sz="1575" b="0" i="0">
                <a:solidFill>
                  <a:srgbClr val="263755"/>
                </a:solidFill>
              </a:defRPr>
            </a:lvl3pPr>
            <a:lvl4pPr algn="l">
              <a:defRPr sz="1575" b="0" i="0">
                <a:solidFill>
                  <a:srgbClr val="263755"/>
                </a:solidFill>
              </a:defRPr>
            </a:lvl4pPr>
            <a:lvl5pPr algn="l">
              <a:defRPr sz="1575" b="0" i="0">
                <a:solidFill>
                  <a:srgbClr val="263755"/>
                </a:solidFill>
              </a:defRPr>
            </a:lvl5pPr>
            <a:lvl6pPr algn="l">
              <a:defRPr sz="1575" b="0" i="0">
                <a:solidFill>
                  <a:srgbClr val="263755"/>
                </a:solidFill>
              </a:defRPr>
            </a:lvl6pPr>
            <a:lvl7pPr algn="l">
              <a:defRPr sz="1575" b="0" i="0">
                <a:solidFill>
                  <a:srgbClr val="263755"/>
                </a:solidFill>
              </a:defRPr>
            </a:lvl7pPr>
            <a:lvl8pPr algn="l">
              <a:defRPr sz="1575" b="0" i="0">
                <a:solidFill>
                  <a:srgbClr val="263755"/>
                </a:solidFill>
              </a:defRPr>
            </a:lvl8pPr>
            <a:lvl9pPr algn="l">
              <a:defRPr sz="1575" b="0" i="0">
                <a:solidFill>
                  <a:srgbClr val="263755"/>
                </a:solidFill>
              </a:defRPr>
            </a:lvl9pPr>
          </a:lstStyle>
          <a:p xmlns:a="http://schemas.openxmlformats.org/drawingml/2006/main">
            <a:pPr algn="l">
              <a:lnSpc>
                <a:spcPct val="105000"/>
              </a:lnSpc>
              <a:buNone/>
              <a:defRPr sz="1575" b="0" i="0">
                <a:solidFill>
                  <a:srgbClr val="263755"/>
                </a:solidFill>
              </a:defRPr>
            </a:pPr>
            <a:r>
              <a:rPr sz="1575" b="0" i="0">
                <a:solidFill>
                  <a:srgbClr val="263755"/>
                </a:solidFill>
              </a:rPr>
              <a:t>Same 45 questions and indexed passages for each method</a:t>
            </a:r>
          </a:p>
        </p:txBody>
      </p:sp>
      <p:sp>
        <p:nvSpPr>
          <p:cNvPr id="15" name="">
            <a:extLst xmlns:a="http://schemas.openxmlformats.org/drawingml/2006/main">
              <a:ext uri="{FF2B5EF4-FFF2-40B4-BE49-F238E27FC236}">
                <a16:creationId xmlns:a16="http://schemas.microsoft.com/office/drawing/2014/main" id="{234C4C8C-DFCB-4773-A636-751574977C0F}"/>
              </a:ext>
            </a:extLst>
          </p:cNvPr>
          <p:cNvSpPr>
            <a:spLocks xmlns:a="http://schemas.openxmlformats.org/drawingml/2006/main" noGrp="1"/>
          </p:cNvSpPr>
          <p:nvPr/>
        </p:nvSpPr>
        <p:spPr>
          <a:xfrm xmlns:a="http://schemas.openxmlformats.org/drawingml/2006/main">
            <a:off x="6076950" y="2943225"/>
            <a:ext cx="114300" cy="114300"/>
          </a:xfrm>
          <a:prstGeom xmlns:a="http://schemas.openxmlformats.org/drawingml/2006/main" prst="ellipse">
            <a:avLst/>
          </a:prstGeom>
          <a:solidFill xmlns:a="http://schemas.openxmlformats.org/drawingml/2006/main">
            <a:srgbClr val="D89A3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8DE0483-894D-4ACA-84D0-AC9C96694A28}"/>
              </a:ext>
            </a:extLst>
          </p:cNvPr>
          <p:cNvSpPr>
            <a:spLocks xmlns:a="http://schemas.openxmlformats.org/drawingml/2006/main" noGrp="1"/>
          </p:cNvSpPr>
          <p:nvPr/>
        </p:nvSpPr>
        <p:spPr>
          <a:xfrm xmlns:a="http://schemas.openxmlformats.org/drawingml/2006/main">
            <a:off x="6362700" y="2876550"/>
            <a:ext cx="447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i="0">
                <a:solidFill>
                  <a:srgbClr val="263755"/>
                </a:solidFill>
              </a:defRPr>
            </a:defPPr>
            <a:lvl1pPr algn="l">
              <a:defRPr sz="1575" b="0" i="0">
                <a:solidFill>
                  <a:srgbClr val="263755"/>
                </a:solidFill>
              </a:defRPr>
            </a:lvl1pPr>
            <a:lvl2pPr algn="l">
              <a:defRPr sz="1575" b="0" i="0">
                <a:solidFill>
                  <a:srgbClr val="263755"/>
                </a:solidFill>
              </a:defRPr>
            </a:lvl2pPr>
            <a:lvl3pPr algn="l">
              <a:defRPr sz="1575" b="0" i="0">
                <a:solidFill>
                  <a:srgbClr val="263755"/>
                </a:solidFill>
              </a:defRPr>
            </a:lvl3pPr>
            <a:lvl4pPr algn="l">
              <a:defRPr sz="1575" b="0" i="0">
                <a:solidFill>
                  <a:srgbClr val="263755"/>
                </a:solidFill>
              </a:defRPr>
            </a:lvl4pPr>
            <a:lvl5pPr algn="l">
              <a:defRPr sz="1575" b="0" i="0">
                <a:solidFill>
                  <a:srgbClr val="263755"/>
                </a:solidFill>
              </a:defRPr>
            </a:lvl5pPr>
            <a:lvl6pPr algn="l">
              <a:defRPr sz="1575" b="0" i="0">
                <a:solidFill>
                  <a:srgbClr val="263755"/>
                </a:solidFill>
              </a:defRPr>
            </a:lvl6pPr>
            <a:lvl7pPr algn="l">
              <a:defRPr sz="1575" b="0" i="0">
                <a:solidFill>
                  <a:srgbClr val="263755"/>
                </a:solidFill>
              </a:defRPr>
            </a:lvl7pPr>
            <a:lvl8pPr algn="l">
              <a:defRPr sz="1575" b="0" i="0">
                <a:solidFill>
                  <a:srgbClr val="263755"/>
                </a:solidFill>
              </a:defRPr>
            </a:lvl8pPr>
            <a:lvl9pPr algn="l">
              <a:defRPr sz="1575" b="0" i="0">
                <a:solidFill>
                  <a:srgbClr val="263755"/>
                </a:solidFill>
              </a:defRPr>
            </a:lvl9pPr>
          </a:lstStyle>
          <a:p xmlns:a="http://schemas.openxmlformats.org/drawingml/2006/main">
            <a:pPr algn="l">
              <a:lnSpc>
                <a:spcPct val="105000"/>
              </a:lnSpc>
              <a:buNone/>
              <a:defRPr sz="1575" b="0" i="0">
                <a:solidFill>
                  <a:srgbClr val="263755"/>
                </a:solidFill>
              </a:defRPr>
            </a:pPr>
            <a:r>
              <a:rPr sz="1575" b="0" i="0">
                <a:solidFill>
                  <a:srgbClr val="263755"/>
                </a:solidFill>
              </a:rPr>
              <a:t>A retrieval hit requires evidence text in the returned chunk</a:t>
            </a:r>
          </a:p>
        </p:txBody>
      </p:sp>
      <p:sp>
        <p:nvSpPr>
          <p:cNvPr id="17" name="">
            <a:extLst xmlns:a="http://schemas.openxmlformats.org/drawingml/2006/main">
              <a:ext uri="{FF2B5EF4-FFF2-40B4-BE49-F238E27FC236}">
                <a16:creationId xmlns:a16="http://schemas.microsoft.com/office/drawing/2014/main" id="{0347C599-2DA7-491B-945D-CAF97D62E236}"/>
              </a:ext>
            </a:extLst>
          </p:cNvPr>
          <p:cNvSpPr>
            <a:spLocks xmlns:a="http://schemas.openxmlformats.org/drawingml/2006/main" noGrp="1"/>
          </p:cNvSpPr>
          <p:nvPr/>
        </p:nvSpPr>
        <p:spPr>
          <a:xfrm xmlns:a="http://schemas.openxmlformats.org/drawingml/2006/main">
            <a:off x="6076950" y="3686175"/>
            <a:ext cx="114300" cy="114300"/>
          </a:xfrm>
          <a:prstGeom xmlns:a="http://schemas.openxmlformats.org/drawingml/2006/main" prst="ellipse">
            <a:avLst/>
          </a:prstGeom>
          <a:solidFill xmlns:a="http://schemas.openxmlformats.org/drawingml/2006/main">
            <a:srgbClr val="278C8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D1F4562-1906-4DFF-8DC7-7A9B9CA62010}"/>
              </a:ext>
            </a:extLst>
          </p:cNvPr>
          <p:cNvSpPr>
            <a:spLocks xmlns:a="http://schemas.openxmlformats.org/drawingml/2006/main" noGrp="1"/>
          </p:cNvSpPr>
          <p:nvPr/>
        </p:nvSpPr>
        <p:spPr>
          <a:xfrm xmlns:a="http://schemas.openxmlformats.org/drawingml/2006/main">
            <a:off x="6362700" y="3619500"/>
            <a:ext cx="447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i="0">
                <a:solidFill>
                  <a:srgbClr val="263755"/>
                </a:solidFill>
              </a:defRPr>
            </a:defPPr>
            <a:lvl1pPr algn="l">
              <a:defRPr sz="1575" b="0" i="0">
                <a:solidFill>
                  <a:srgbClr val="263755"/>
                </a:solidFill>
              </a:defRPr>
            </a:lvl1pPr>
            <a:lvl2pPr algn="l">
              <a:defRPr sz="1575" b="0" i="0">
                <a:solidFill>
                  <a:srgbClr val="263755"/>
                </a:solidFill>
              </a:defRPr>
            </a:lvl2pPr>
            <a:lvl3pPr algn="l">
              <a:defRPr sz="1575" b="0" i="0">
                <a:solidFill>
                  <a:srgbClr val="263755"/>
                </a:solidFill>
              </a:defRPr>
            </a:lvl3pPr>
            <a:lvl4pPr algn="l">
              <a:defRPr sz="1575" b="0" i="0">
                <a:solidFill>
                  <a:srgbClr val="263755"/>
                </a:solidFill>
              </a:defRPr>
            </a:lvl4pPr>
            <a:lvl5pPr algn="l">
              <a:defRPr sz="1575" b="0" i="0">
                <a:solidFill>
                  <a:srgbClr val="263755"/>
                </a:solidFill>
              </a:defRPr>
            </a:lvl5pPr>
            <a:lvl6pPr algn="l">
              <a:defRPr sz="1575" b="0" i="0">
                <a:solidFill>
                  <a:srgbClr val="263755"/>
                </a:solidFill>
              </a:defRPr>
            </a:lvl6pPr>
            <a:lvl7pPr algn="l">
              <a:defRPr sz="1575" b="0" i="0">
                <a:solidFill>
                  <a:srgbClr val="263755"/>
                </a:solidFill>
              </a:defRPr>
            </a:lvl7pPr>
            <a:lvl8pPr algn="l">
              <a:defRPr sz="1575" b="0" i="0">
                <a:solidFill>
                  <a:srgbClr val="263755"/>
                </a:solidFill>
              </a:defRPr>
            </a:lvl8pPr>
            <a:lvl9pPr algn="l">
              <a:defRPr sz="1575" b="0" i="0">
                <a:solidFill>
                  <a:srgbClr val="263755"/>
                </a:solidFill>
              </a:defRPr>
            </a:lvl9pPr>
          </a:lstStyle>
          <a:p xmlns:a="http://schemas.openxmlformats.org/drawingml/2006/main">
            <a:pPr algn="l">
              <a:lnSpc>
                <a:spcPct val="105000"/>
              </a:lnSpc>
              <a:buNone/>
              <a:defRPr sz="1575" b="0" i="0">
                <a:solidFill>
                  <a:srgbClr val="263755"/>
                </a:solidFill>
              </a:defRPr>
            </a:pPr>
            <a:r>
              <a:rPr sz="1575" b="0" i="0">
                <a:solidFill>
                  <a:srgbClr val="263755"/>
                </a:solidFill>
              </a:rPr>
              <a:t>Quality metrics: recall@k, hit@k, nDCG@k and MRR@10</a:t>
            </a:r>
          </a:p>
        </p:txBody>
      </p:sp>
      <p:sp>
        <p:nvSpPr>
          <p:cNvPr id="19" name="">
            <a:extLst xmlns:a="http://schemas.openxmlformats.org/drawingml/2006/main">
              <a:ext uri="{FF2B5EF4-FFF2-40B4-BE49-F238E27FC236}">
                <a16:creationId xmlns:a16="http://schemas.microsoft.com/office/drawing/2014/main" id="{4CB84B72-FBE0-43A0-A07E-BD28C47EC665}"/>
              </a:ext>
            </a:extLst>
          </p:cNvPr>
          <p:cNvSpPr>
            <a:spLocks xmlns:a="http://schemas.openxmlformats.org/drawingml/2006/main" noGrp="1"/>
          </p:cNvSpPr>
          <p:nvPr/>
        </p:nvSpPr>
        <p:spPr>
          <a:xfrm xmlns:a="http://schemas.openxmlformats.org/drawingml/2006/main">
            <a:off x="6076950" y="4429125"/>
            <a:ext cx="114300" cy="114300"/>
          </a:xfrm>
          <a:prstGeom xmlns:a="http://schemas.openxmlformats.org/drawingml/2006/main" prst="ellipse">
            <a:avLst/>
          </a:prstGeom>
          <a:solidFill xmlns:a="http://schemas.openxmlformats.org/drawingml/2006/main">
            <a:srgbClr val="D89A3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4063974-AC06-4D9C-A916-ED08E52D4595}"/>
              </a:ext>
            </a:extLst>
          </p:cNvPr>
          <p:cNvSpPr>
            <a:spLocks xmlns:a="http://schemas.openxmlformats.org/drawingml/2006/main" noGrp="1"/>
          </p:cNvSpPr>
          <p:nvPr/>
        </p:nvSpPr>
        <p:spPr>
          <a:xfrm xmlns:a="http://schemas.openxmlformats.org/drawingml/2006/main">
            <a:off x="6362700" y="4362450"/>
            <a:ext cx="447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i="0">
                <a:solidFill>
                  <a:srgbClr val="263755"/>
                </a:solidFill>
              </a:defRPr>
            </a:defPPr>
            <a:lvl1pPr algn="l">
              <a:defRPr sz="1575" b="0" i="0">
                <a:solidFill>
                  <a:srgbClr val="263755"/>
                </a:solidFill>
              </a:defRPr>
            </a:lvl1pPr>
            <a:lvl2pPr algn="l">
              <a:defRPr sz="1575" b="0" i="0">
                <a:solidFill>
                  <a:srgbClr val="263755"/>
                </a:solidFill>
              </a:defRPr>
            </a:lvl2pPr>
            <a:lvl3pPr algn="l">
              <a:defRPr sz="1575" b="0" i="0">
                <a:solidFill>
                  <a:srgbClr val="263755"/>
                </a:solidFill>
              </a:defRPr>
            </a:lvl3pPr>
            <a:lvl4pPr algn="l">
              <a:defRPr sz="1575" b="0" i="0">
                <a:solidFill>
                  <a:srgbClr val="263755"/>
                </a:solidFill>
              </a:defRPr>
            </a:lvl4pPr>
            <a:lvl5pPr algn="l">
              <a:defRPr sz="1575" b="0" i="0">
                <a:solidFill>
                  <a:srgbClr val="263755"/>
                </a:solidFill>
              </a:defRPr>
            </a:lvl5pPr>
            <a:lvl6pPr algn="l">
              <a:defRPr sz="1575" b="0" i="0">
                <a:solidFill>
                  <a:srgbClr val="263755"/>
                </a:solidFill>
              </a:defRPr>
            </a:lvl6pPr>
            <a:lvl7pPr algn="l">
              <a:defRPr sz="1575" b="0" i="0">
                <a:solidFill>
                  <a:srgbClr val="263755"/>
                </a:solidFill>
              </a:defRPr>
            </a:lvl7pPr>
            <a:lvl8pPr algn="l">
              <a:defRPr sz="1575" b="0" i="0">
                <a:solidFill>
                  <a:srgbClr val="263755"/>
                </a:solidFill>
              </a:defRPr>
            </a:lvl8pPr>
            <a:lvl9pPr algn="l">
              <a:defRPr sz="1575" b="0" i="0">
                <a:solidFill>
                  <a:srgbClr val="263755"/>
                </a:solidFill>
              </a:defRPr>
            </a:lvl9pPr>
          </a:lstStyle>
          <a:p xmlns:a="http://schemas.openxmlformats.org/drawingml/2006/main">
            <a:pPr algn="l">
              <a:lnSpc>
                <a:spcPct val="105000"/>
              </a:lnSpc>
              <a:buNone/>
              <a:defRPr sz="1575" b="0" i="0">
                <a:solidFill>
                  <a:srgbClr val="263755"/>
                </a:solidFill>
              </a:defRPr>
            </a:pPr>
            <a:r>
              <a:rPr sz="1575" b="0" i="0">
                <a:solidFill>
                  <a:srgbClr val="263755"/>
                </a:solidFill>
              </a:rPr>
              <a:t>Latency reported separately from model initialization</a:t>
            </a:r>
          </a:p>
        </p:txBody>
      </p:sp>
      <p:sp>
        <p:nvSpPr>
          <p:cNvPr id="21" name="">
            <a:extLst xmlns:a="http://schemas.openxmlformats.org/drawingml/2006/main">
              <a:ext uri="{FF2B5EF4-FFF2-40B4-BE49-F238E27FC236}">
                <a16:creationId xmlns:a16="http://schemas.microsoft.com/office/drawing/2014/main" id="{A831778F-C235-4EF7-8B3B-ACA816227FE2}"/>
              </a:ext>
            </a:extLst>
          </p:cNvPr>
          <p:cNvSpPr>
            <a:spLocks xmlns:a="http://schemas.openxmlformats.org/drawingml/2006/main" noGrp="1"/>
          </p:cNvSpPr>
          <p:nvPr/>
        </p:nvSpPr>
        <p:spPr>
          <a:xfrm xmlns:a="http://schemas.openxmlformats.org/drawingml/2006/main">
            <a:off x="781050" y="5048250"/>
            <a:ext cx="9858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i="0">
                <a:solidFill>
                  <a:srgbClr val="278C8C"/>
                </a:solidFill>
              </a:defRPr>
            </a:defPPr>
            <a:lvl1pPr algn="l">
              <a:defRPr sz="1425" b="1" i="0">
                <a:solidFill>
                  <a:srgbClr val="278C8C"/>
                </a:solidFill>
              </a:defRPr>
            </a:lvl1pPr>
            <a:lvl2pPr algn="l">
              <a:defRPr sz="1425" b="1" i="0">
                <a:solidFill>
                  <a:srgbClr val="278C8C"/>
                </a:solidFill>
              </a:defRPr>
            </a:lvl2pPr>
            <a:lvl3pPr algn="l">
              <a:defRPr sz="1425" b="1" i="0">
                <a:solidFill>
                  <a:srgbClr val="278C8C"/>
                </a:solidFill>
              </a:defRPr>
            </a:lvl3pPr>
            <a:lvl4pPr algn="l">
              <a:defRPr sz="1425" b="1" i="0">
                <a:solidFill>
                  <a:srgbClr val="278C8C"/>
                </a:solidFill>
              </a:defRPr>
            </a:lvl4pPr>
            <a:lvl5pPr algn="l">
              <a:defRPr sz="1425" b="1" i="0">
                <a:solidFill>
                  <a:srgbClr val="278C8C"/>
                </a:solidFill>
              </a:defRPr>
            </a:lvl5pPr>
            <a:lvl6pPr algn="l">
              <a:defRPr sz="1425" b="1" i="0">
                <a:solidFill>
                  <a:srgbClr val="278C8C"/>
                </a:solidFill>
              </a:defRPr>
            </a:lvl6pPr>
            <a:lvl7pPr algn="l">
              <a:defRPr sz="1425" b="1" i="0">
                <a:solidFill>
                  <a:srgbClr val="278C8C"/>
                </a:solidFill>
              </a:defRPr>
            </a:lvl7pPr>
            <a:lvl8pPr algn="l">
              <a:defRPr sz="1425" b="1" i="0">
                <a:solidFill>
                  <a:srgbClr val="278C8C"/>
                </a:solidFill>
              </a:defRPr>
            </a:lvl8pPr>
            <a:lvl9pPr algn="l">
              <a:defRPr sz="1425" b="1" i="0">
                <a:solidFill>
                  <a:srgbClr val="278C8C"/>
                </a:solidFill>
              </a:defRPr>
            </a:lvl9pPr>
          </a:lstStyle>
          <a:p xmlns:a="http://schemas.openxmlformats.org/drawingml/2006/main">
            <a:pPr algn="l">
              <a:lnSpc>
                <a:spcPct val="105000"/>
              </a:lnSpc>
              <a:buNone/>
              <a:defRPr sz="1425" b="1" i="0">
                <a:solidFill>
                  <a:srgbClr val="278C8C"/>
                </a:solidFill>
              </a:defRPr>
            </a:pPr>
            <a:r>
              <a:rPr sz="1425" b="1" i="0">
                <a:solidFill>
                  <a:srgbClr val="278C8C"/>
                </a:solidFill>
              </a:rPr>
              <a:t>45 questions · 1 per paper · mostly grounded in abstracts</a:t>
            </a:r>
          </a:p>
        </p:txBody>
      </p:sp>
    </p:spTree>
    <p:extLst>
      <p:ext uri="{BB962C8B-B14F-4D97-AF65-F5344CB8AC3E}">
        <p14:creationId xmlns:p14="http://schemas.microsoft.com/office/powerpoint/2010/main" val="747789280"/>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BAFFAC1-7682-489F-B9E0-9FD507BED396}"/>
              </a:ext>
            </a:extLst>
          </p:cNvPr>
          <p:cNvSpPr>
            <a:spLocks xmlns:a="http://schemas.openxmlformats.org/drawingml/2006/main" noGrp="1"/>
          </p:cNvSpPr>
          <p:nvPr/>
        </p:nvSpPr>
        <p:spPr>
          <a:xfrm xmlns:a="http://schemas.openxmlformats.org/drawingml/2006/main">
            <a:off x="685800" y="4191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150" b="1" i="0">
                <a:solidFill>
                  <a:srgbClr val="14233F"/>
                </a:solidFill>
              </a:defRPr>
            </a:defPPr>
            <a:lvl1pPr algn="l">
              <a:defRPr sz="3150" b="1" i="0">
                <a:solidFill>
                  <a:srgbClr val="14233F"/>
                </a:solidFill>
              </a:defRPr>
            </a:lvl1pPr>
            <a:lvl2pPr algn="l">
              <a:defRPr sz="3150" b="1" i="0">
                <a:solidFill>
                  <a:srgbClr val="14233F"/>
                </a:solidFill>
              </a:defRPr>
            </a:lvl2pPr>
            <a:lvl3pPr algn="l">
              <a:defRPr sz="3150" b="1" i="0">
                <a:solidFill>
                  <a:srgbClr val="14233F"/>
                </a:solidFill>
              </a:defRPr>
            </a:lvl3pPr>
            <a:lvl4pPr algn="l">
              <a:defRPr sz="3150" b="1" i="0">
                <a:solidFill>
                  <a:srgbClr val="14233F"/>
                </a:solidFill>
              </a:defRPr>
            </a:lvl4pPr>
            <a:lvl5pPr algn="l">
              <a:defRPr sz="3150" b="1" i="0">
                <a:solidFill>
                  <a:srgbClr val="14233F"/>
                </a:solidFill>
              </a:defRPr>
            </a:lvl5pPr>
            <a:lvl6pPr algn="l">
              <a:defRPr sz="3150" b="1" i="0">
                <a:solidFill>
                  <a:srgbClr val="14233F"/>
                </a:solidFill>
              </a:defRPr>
            </a:lvl6pPr>
            <a:lvl7pPr algn="l">
              <a:defRPr sz="3150" b="1" i="0">
                <a:solidFill>
                  <a:srgbClr val="14233F"/>
                </a:solidFill>
              </a:defRPr>
            </a:lvl7pPr>
            <a:lvl8pPr algn="l">
              <a:defRPr sz="3150" b="1" i="0">
                <a:solidFill>
                  <a:srgbClr val="14233F"/>
                </a:solidFill>
              </a:defRPr>
            </a:lvl8pPr>
            <a:lvl9pPr algn="l">
              <a:defRPr sz="3150" b="1" i="0">
                <a:solidFill>
                  <a:srgbClr val="14233F"/>
                </a:solidFill>
              </a:defRPr>
            </a:lvl9pPr>
          </a:lstStyle>
          <a:p xmlns:a="http://schemas.openxmlformats.org/drawingml/2006/main">
            <a:pPr algn="l">
              <a:lnSpc>
                <a:spcPct val="105000"/>
              </a:lnSpc>
              <a:buNone/>
              <a:defRPr sz="3150" b="1" i="0">
                <a:solidFill>
                  <a:srgbClr val="14233F"/>
                </a:solidFill>
              </a:defRPr>
            </a:pPr>
            <a:r>
              <a:rPr sz="3150" b="1" i="0">
                <a:solidFill>
                  <a:srgbClr val="14233F"/>
                </a:solidFill>
              </a:rPr>
              <a:t>What the evaluation metrics tell us</a:t>
            </a:r>
          </a:p>
        </p:txBody>
      </p:sp>
      <p:sp>
        <p:nvSpPr>
          <p:cNvPr id="2" name="">
            <a:extLst xmlns:a="http://schemas.openxmlformats.org/drawingml/2006/main">
              <a:ext uri="{FF2B5EF4-FFF2-40B4-BE49-F238E27FC236}">
                <a16:creationId xmlns:a16="http://schemas.microsoft.com/office/drawing/2014/main" id="{D09351EA-FF30-4AAA-93DA-EC774C627930}"/>
              </a:ext>
            </a:extLst>
          </p:cNvPr>
          <p:cNvSpPr>
            <a:spLocks xmlns:a="http://schemas.openxmlformats.org/drawingml/2006/main" noGrp="1"/>
          </p:cNvSpPr>
          <p:nvPr/>
        </p:nvSpPr>
        <p:spPr>
          <a:xfrm xmlns:a="http://schemas.openxmlformats.org/drawingml/2006/main">
            <a:off x="685800" y="1162050"/>
            <a:ext cx="108204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F7B7EB6-1E1C-41CD-ADF9-6C3D243A3919}"/>
              </a:ext>
            </a:extLst>
          </p:cNvPr>
          <p:cNvSpPr>
            <a:spLocks xmlns:a="http://schemas.openxmlformats.org/drawingml/2006/main" noGrp="1"/>
          </p:cNvSpPr>
          <p:nvPr/>
        </p:nvSpPr>
        <p:spPr>
          <a:xfrm xmlns:a="http://schemas.openxmlformats.org/drawingml/2006/main">
            <a:off x="685800" y="1162050"/>
            <a:ext cx="742950" cy="28575"/>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18A4B3D-059B-452E-856B-54A9639DFD94}"/>
              </a:ext>
            </a:extLst>
          </p:cNvPr>
          <p:cNvSpPr>
            <a:spLocks xmlns:a="http://schemas.openxmlformats.org/drawingml/2006/main" noGrp="1"/>
          </p:cNvSpPr>
          <p:nvPr/>
        </p:nvSpPr>
        <p:spPr>
          <a:xfrm xmlns:a="http://schemas.openxmlformats.org/drawingml/2006/main">
            <a:off x="685800" y="6457950"/>
            <a:ext cx="609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i="0">
                <a:solidFill>
                  <a:srgbClr val="65728A"/>
                </a:solidFill>
              </a:defRPr>
            </a:defPPr>
            <a:lvl1pPr algn="l">
              <a:defRPr sz="1050" b="1" i="0">
                <a:solidFill>
                  <a:srgbClr val="65728A"/>
                </a:solidFill>
              </a:defRPr>
            </a:lvl1pPr>
            <a:lvl2pPr algn="l">
              <a:defRPr sz="1050" b="1" i="0">
                <a:solidFill>
                  <a:srgbClr val="65728A"/>
                </a:solidFill>
              </a:defRPr>
            </a:lvl2pPr>
            <a:lvl3pPr algn="l">
              <a:defRPr sz="1050" b="1" i="0">
                <a:solidFill>
                  <a:srgbClr val="65728A"/>
                </a:solidFill>
              </a:defRPr>
            </a:lvl3pPr>
            <a:lvl4pPr algn="l">
              <a:defRPr sz="1050" b="1" i="0">
                <a:solidFill>
                  <a:srgbClr val="65728A"/>
                </a:solidFill>
              </a:defRPr>
            </a:lvl4pPr>
            <a:lvl5pPr algn="l">
              <a:defRPr sz="1050" b="1" i="0">
                <a:solidFill>
                  <a:srgbClr val="65728A"/>
                </a:solidFill>
              </a:defRPr>
            </a:lvl5pPr>
            <a:lvl6pPr algn="l">
              <a:defRPr sz="1050" b="1" i="0">
                <a:solidFill>
                  <a:srgbClr val="65728A"/>
                </a:solidFill>
              </a:defRPr>
            </a:lvl6pPr>
            <a:lvl7pPr algn="l">
              <a:defRPr sz="1050" b="1" i="0">
                <a:solidFill>
                  <a:srgbClr val="65728A"/>
                </a:solidFill>
              </a:defRPr>
            </a:lvl7pPr>
            <a:lvl8pPr algn="l">
              <a:defRPr sz="1050" b="1" i="0">
                <a:solidFill>
                  <a:srgbClr val="65728A"/>
                </a:solidFill>
              </a:defRPr>
            </a:lvl8pPr>
            <a:lvl9pPr algn="l">
              <a:defRPr sz="1050" b="1" i="0">
                <a:solidFill>
                  <a:srgbClr val="65728A"/>
                </a:solidFill>
              </a:defRPr>
            </a:lvl9pPr>
          </a:lstStyle>
          <a:p xmlns:a="http://schemas.openxmlformats.org/drawingml/2006/main">
            <a:pPr algn="l">
              <a:lnSpc>
                <a:spcPct val="105000"/>
              </a:lnSpc>
              <a:buNone/>
              <a:defRPr sz="1050" b="1" i="0">
                <a:solidFill>
                  <a:srgbClr val="65728A"/>
                </a:solidFill>
              </a:defRPr>
            </a:pPr>
            <a:r>
              <a:rPr sz="1050" b="1" i="0">
                <a:solidFill>
                  <a:srgbClr val="65728A"/>
                </a:solidFill>
              </a:rPr>
              <a:t>RAG RETRIEVAL BENCHMARK</a:t>
            </a:r>
          </a:p>
        </p:txBody>
      </p:sp>
      <p:sp>
        <p:nvSpPr>
          <p:cNvPr id="5" name="">
            <a:extLst xmlns:a="http://schemas.openxmlformats.org/drawingml/2006/main">
              <a:ext uri="{FF2B5EF4-FFF2-40B4-BE49-F238E27FC236}">
                <a16:creationId xmlns:a16="http://schemas.microsoft.com/office/drawing/2014/main" id="{09AA30DB-45D6-4A1B-AB29-5FB73F5FAD45}"/>
              </a:ext>
            </a:extLst>
          </p:cNvPr>
          <p:cNvSpPr>
            <a:spLocks xmlns:a="http://schemas.openxmlformats.org/drawingml/2006/main" noGrp="1"/>
          </p:cNvSpPr>
          <p:nvPr/>
        </p:nvSpPr>
        <p:spPr>
          <a:xfrm xmlns:a="http://schemas.openxmlformats.org/drawingml/2006/main">
            <a:off x="10953750" y="64198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i="0">
                <a:solidFill>
                  <a:srgbClr val="65728A"/>
                </a:solidFill>
              </a:defRPr>
            </a:defPPr>
            <a:lvl1pPr algn="r">
              <a:defRPr sz="1200" b="1" i="0">
                <a:solidFill>
                  <a:srgbClr val="65728A"/>
                </a:solidFill>
              </a:defRPr>
            </a:lvl1pPr>
            <a:lvl2pPr algn="r">
              <a:defRPr sz="1200" b="1" i="0">
                <a:solidFill>
                  <a:srgbClr val="65728A"/>
                </a:solidFill>
              </a:defRPr>
            </a:lvl2pPr>
            <a:lvl3pPr algn="r">
              <a:defRPr sz="1200" b="1" i="0">
                <a:solidFill>
                  <a:srgbClr val="65728A"/>
                </a:solidFill>
              </a:defRPr>
            </a:lvl3pPr>
            <a:lvl4pPr algn="r">
              <a:defRPr sz="1200" b="1" i="0">
                <a:solidFill>
                  <a:srgbClr val="65728A"/>
                </a:solidFill>
              </a:defRPr>
            </a:lvl4pPr>
            <a:lvl5pPr algn="r">
              <a:defRPr sz="1200" b="1" i="0">
                <a:solidFill>
                  <a:srgbClr val="65728A"/>
                </a:solidFill>
              </a:defRPr>
            </a:lvl5pPr>
            <a:lvl6pPr algn="r">
              <a:defRPr sz="1200" b="1" i="0">
                <a:solidFill>
                  <a:srgbClr val="65728A"/>
                </a:solidFill>
              </a:defRPr>
            </a:lvl6pPr>
            <a:lvl7pPr algn="r">
              <a:defRPr sz="1200" b="1" i="0">
                <a:solidFill>
                  <a:srgbClr val="65728A"/>
                </a:solidFill>
              </a:defRPr>
            </a:lvl7pPr>
            <a:lvl8pPr algn="r">
              <a:defRPr sz="1200" b="1" i="0">
                <a:solidFill>
                  <a:srgbClr val="65728A"/>
                </a:solidFill>
              </a:defRPr>
            </a:lvl8pPr>
            <a:lvl9pPr algn="r">
              <a:defRPr sz="1200" b="1" i="0">
                <a:solidFill>
                  <a:srgbClr val="65728A"/>
                </a:solidFill>
              </a:defRPr>
            </a:lvl9pPr>
          </a:lstStyle>
          <a:p xmlns:a="http://schemas.openxmlformats.org/drawingml/2006/main">
            <a:pPr algn="r">
              <a:lnSpc>
                <a:spcPct val="105000"/>
              </a:lnSpc>
              <a:buNone/>
              <a:defRPr sz="1200" b="1" i="0">
                <a:solidFill>
                  <a:srgbClr val="65728A"/>
                </a:solidFill>
              </a:defRPr>
            </a:pPr>
            <a:r>
              <a:rPr sz="1200" b="1" i="0">
                <a:solidFill>
                  <a:srgbClr val="65728A"/>
                </a:solidFill>
              </a:rPr>
              <a:t>08</a:t>
            </a:r>
          </a:p>
        </p:txBody>
      </p:sp>
      <p:sp>
        <p:nvSpPr>
          <p:cNvPr id="6" name="">
            <a:extLst xmlns:a="http://schemas.openxmlformats.org/drawingml/2006/main">
              <a:ext uri="{FF2B5EF4-FFF2-40B4-BE49-F238E27FC236}">
                <a16:creationId xmlns:a16="http://schemas.microsoft.com/office/drawing/2014/main" id="{A1C59837-B843-4A17-ADA3-C6003B9C8CFC}"/>
              </a:ext>
            </a:extLst>
          </p:cNvPr>
          <p:cNvSpPr>
            <a:spLocks xmlns:a="http://schemas.openxmlformats.org/drawingml/2006/main" noGrp="1"/>
          </p:cNvSpPr>
          <p:nvPr/>
        </p:nvSpPr>
        <p:spPr>
          <a:xfrm xmlns:a="http://schemas.openxmlformats.org/drawingml/2006/main">
            <a:off x="685800" y="14859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i="0">
                <a:solidFill>
                  <a:srgbClr val="263755"/>
                </a:solidFill>
              </a:defRPr>
            </a:defPPr>
            <a:lvl1pPr algn="l">
              <a:defRPr sz="1800" b="0" i="0">
                <a:solidFill>
                  <a:srgbClr val="263755"/>
                </a:solidFill>
              </a:defRPr>
            </a:lvl1pPr>
            <a:lvl2pPr algn="l">
              <a:defRPr sz="1800" b="0" i="0">
                <a:solidFill>
                  <a:srgbClr val="263755"/>
                </a:solidFill>
              </a:defRPr>
            </a:lvl2pPr>
            <a:lvl3pPr algn="l">
              <a:defRPr sz="1800" b="0" i="0">
                <a:solidFill>
                  <a:srgbClr val="263755"/>
                </a:solidFill>
              </a:defRPr>
            </a:lvl3pPr>
            <a:lvl4pPr algn="l">
              <a:defRPr sz="1800" b="0" i="0">
                <a:solidFill>
                  <a:srgbClr val="263755"/>
                </a:solidFill>
              </a:defRPr>
            </a:lvl4pPr>
            <a:lvl5pPr algn="l">
              <a:defRPr sz="1800" b="0" i="0">
                <a:solidFill>
                  <a:srgbClr val="263755"/>
                </a:solidFill>
              </a:defRPr>
            </a:lvl5pPr>
            <a:lvl6pPr algn="l">
              <a:defRPr sz="1800" b="0" i="0">
                <a:solidFill>
                  <a:srgbClr val="263755"/>
                </a:solidFill>
              </a:defRPr>
            </a:lvl6pPr>
            <a:lvl7pPr algn="l">
              <a:defRPr sz="1800" b="0" i="0">
                <a:solidFill>
                  <a:srgbClr val="263755"/>
                </a:solidFill>
              </a:defRPr>
            </a:lvl7pPr>
            <a:lvl8pPr algn="l">
              <a:defRPr sz="1800" b="0" i="0">
                <a:solidFill>
                  <a:srgbClr val="263755"/>
                </a:solidFill>
              </a:defRPr>
            </a:lvl8pPr>
            <a:lvl9pPr algn="l">
              <a:defRPr sz="1800" b="0" i="0">
                <a:solidFill>
                  <a:srgbClr val="263755"/>
                </a:solidFill>
              </a:defRPr>
            </a:lvl9pPr>
          </a:lstStyle>
          <a:p xmlns:a="http://schemas.openxmlformats.org/drawingml/2006/main">
            <a:pPr algn="l">
              <a:lnSpc>
                <a:spcPct val="105000"/>
              </a:lnSpc>
              <a:buNone/>
              <a:defRPr sz="1800" b="0" i="0">
                <a:solidFill>
                  <a:srgbClr val="263755"/>
                </a:solidFill>
              </a:defRPr>
            </a:pPr>
            <a:r>
              <a:rPr sz="1800" b="0" i="0">
                <a:solidFill>
                  <a:srgbClr val="263755"/>
                </a:solidFill>
              </a:rPr>
              <a:t>Together, the metrics separate coverage from ranking position.</a:t>
            </a:r>
          </a:p>
        </p:txBody>
      </p:sp>
      <p:sp>
        <p:nvSpPr>
          <p:cNvPr id="7" name="">
            <a:extLst xmlns:a="http://schemas.openxmlformats.org/drawingml/2006/main">
              <a:ext uri="{FF2B5EF4-FFF2-40B4-BE49-F238E27FC236}">
                <a16:creationId xmlns:a16="http://schemas.microsoft.com/office/drawing/2014/main" id="{F6B4CA38-46EB-4103-B4E1-C10E52B4E6D1}"/>
              </a:ext>
            </a:extLst>
          </p:cNvPr>
          <p:cNvSpPr>
            <a:spLocks xmlns:a="http://schemas.openxmlformats.org/drawingml/2006/main" noGrp="1"/>
          </p:cNvSpPr>
          <p:nvPr/>
        </p:nvSpPr>
        <p:spPr>
          <a:xfrm xmlns:a="http://schemas.openxmlformats.org/drawingml/2006/main">
            <a:off x="819150" y="2324100"/>
            <a:ext cx="590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250" b="1" i="0">
                <a:solidFill>
                  <a:srgbClr val="278C8C"/>
                </a:solidFill>
              </a:defRPr>
            </a:defPPr>
            <a:lvl1pPr algn="l">
              <a:defRPr sz="2250" b="1" i="0">
                <a:solidFill>
                  <a:srgbClr val="278C8C"/>
                </a:solidFill>
              </a:defRPr>
            </a:lvl1pPr>
            <a:lvl2pPr algn="l">
              <a:defRPr sz="2250" b="1" i="0">
                <a:solidFill>
                  <a:srgbClr val="278C8C"/>
                </a:solidFill>
              </a:defRPr>
            </a:lvl2pPr>
            <a:lvl3pPr algn="l">
              <a:defRPr sz="2250" b="1" i="0">
                <a:solidFill>
                  <a:srgbClr val="278C8C"/>
                </a:solidFill>
              </a:defRPr>
            </a:lvl3pPr>
            <a:lvl4pPr algn="l">
              <a:defRPr sz="2250" b="1" i="0">
                <a:solidFill>
                  <a:srgbClr val="278C8C"/>
                </a:solidFill>
              </a:defRPr>
            </a:lvl4pPr>
            <a:lvl5pPr algn="l">
              <a:defRPr sz="2250" b="1" i="0">
                <a:solidFill>
                  <a:srgbClr val="278C8C"/>
                </a:solidFill>
              </a:defRPr>
            </a:lvl5pPr>
            <a:lvl6pPr algn="l">
              <a:defRPr sz="2250" b="1" i="0">
                <a:solidFill>
                  <a:srgbClr val="278C8C"/>
                </a:solidFill>
              </a:defRPr>
            </a:lvl6pPr>
            <a:lvl7pPr algn="l">
              <a:defRPr sz="2250" b="1" i="0">
                <a:solidFill>
                  <a:srgbClr val="278C8C"/>
                </a:solidFill>
              </a:defRPr>
            </a:lvl7pPr>
            <a:lvl8pPr algn="l">
              <a:defRPr sz="2250" b="1" i="0">
                <a:solidFill>
                  <a:srgbClr val="278C8C"/>
                </a:solidFill>
              </a:defRPr>
            </a:lvl8pPr>
            <a:lvl9pPr algn="l">
              <a:defRPr sz="2250" b="1" i="0">
                <a:solidFill>
                  <a:srgbClr val="278C8C"/>
                </a:solidFill>
              </a:defRPr>
            </a:lvl9pPr>
          </a:lstStyle>
          <a:p xmlns:a="http://schemas.openxmlformats.org/drawingml/2006/main">
            <a:pPr algn="l">
              <a:lnSpc>
                <a:spcPct val="105000"/>
              </a:lnSpc>
              <a:buNone/>
              <a:defRPr sz="2250" b="1" i="0">
                <a:solidFill>
                  <a:srgbClr val="278C8C"/>
                </a:solidFill>
              </a:defRPr>
            </a:pPr>
            <a:r>
              <a:rPr sz="2250" b="1" i="0">
                <a:solidFill>
                  <a:srgbClr val="278C8C"/>
                </a:solidFill>
              </a:rPr>
              <a:t>01</a:t>
            </a:r>
          </a:p>
        </p:txBody>
      </p:sp>
      <p:sp>
        <p:nvSpPr>
          <p:cNvPr id="8" name="">
            <a:extLst xmlns:a="http://schemas.openxmlformats.org/drawingml/2006/main">
              <a:ext uri="{FF2B5EF4-FFF2-40B4-BE49-F238E27FC236}">
                <a16:creationId xmlns:a16="http://schemas.microsoft.com/office/drawing/2014/main" id="{E9123EFE-7346-410F-8757-F5339AEEB44C}"/>
              </a:ext>
            </a:extLst>
          </p:cNvPr>
          <p:cNvSpPr>
            <a:spLocks xmlns:a="http://schemas.openxmlformats.org/drawingml/2006/main" noGrp="1"/>
          </p:cNvSpPr>
          <p:nvPr/>
        </p:nvSpPr>
        <p:spPr>
          <a:xfrm xmlns:a="http://schemas.openxmlformats.org/drawingml/2006/main">
            <a:off x="1504950" y="23241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14233F"/>
                </a:solidFill>
              </a:defRPr>
            </a:defPPr>
            <a:lvl1pPr algn="l">
              <a:defRPr sz="1950" b="1" i="0">
                <a:solidFill>
                  <a:srgbClr val="14233F"/>
                </a:solidFill>
              </a:defRPr>
            </a:lvl1pPr>
            <a:lvl2pPr algn="l">
              <a:defRPr sz="1950" b="1" i="0">
                <a:solidFill>
                  <a:srgbClr val="14233F"/>
                </a:solidFill>
              </a:defRPr>
            </a:lvl2pPr>
            <a:lvl3pPr algn="l">
              <a:defRPr sz="1950" b="1" i="0">
                <a:solidFill>
                  <a:srgbClr val="14233F"/>
                </a:solidFill>
              </a:defRPr>
            </a:lvl3pPr>
            <a:lvl4pPr algn="l">
              <a:defRPr sz="1950" b="1" i="0">
                <a:solidFill>
                  <a:srgbClr val="14233F"/>
                </a:solidFill>
              </a:defRPr>
            </a:lvl4pPr>
            <a:lvl5pPr algn="l">
              <a:defRPr sz="1950" b="1" i="0">
                <a:solidFill>
                  <a:srgbClr val="14233F"/>
                </a:solidFill>
              </a:defRPr>
            </a:lvl5pPr>
            <a:lvl6pPr algn="l">
              <a:defRPr sz="1950" b="1" i="0">
                <a:solidFill>
                  <a:srgbClr val="14233F"/>
                </a:solidFill>
              </a:defRPr>
            </a:lvl6pPr>
            <a:lvl7pPr algn="l">
              <a:defRPr sz="1950" b="1" i="0">
                <a:solidFill>
                  <a:srgbClr val="14233F"/>
                </a:solidFill>
              </a:defRPr>
            </a:lvl7pPr>
            <a:lvl8pPr algn="l">
              <a:defRPr sz="1950" b="1" i="0">
                <a:solidFill>
                  <a:srgbClr val="14233F"/>
                </a:solidFill>
              </a:defRPr>
            </a:lvl8pPr>
            <a:lvl9pPr algn="l">
              <a:defRPr sz="1950" b="1" i="0">
                <a:solidFill>
                  <a:srgbClr val="14233F"/>
                </a:solidFill>
              </a:defRPr>
            </a:lvl9pPr>
          </a:lstStyle>
          <a:p xmlns:a="http://schemas.openxmlformats.org/drawingml/2006/main">
            <a:pPr algn="l">
              <a:lnSpc>
                <a:spcPct val="105000"/>
              </a:lnSpc>
              <a:buNone/>
              <a:defRPr sz="1950" b="1" i="0">
                <a:solidFill>
                  <a:srgbClr val="14233F"/>
                </a:solidFill>
              </a:defRPr>
            </a:pPr>
            <a:r>
              <a:rPr sz="1950" b="1" i="0">
                <a:solidFill>
                  <a:srgbClr val="14233F"/>
                </a:solidFill>
              </a:rPr>
              <a:t>Recall@k</a:t>
            </a:r>
          </a:p>
        </p:txBody>
      </p:sp>
      <p:sp>
        <p:nvSpPr>
          <p:cNvPr id="9" name="">
            <a:extLst xmlns:a="http://schemas.openxmlformats.org/drawingml/2006/main">
              <a:ext uri="{FF2B5EF4-FFF2-40B4-BE49-F238E27FC236}">
                <a16:creationId xmlns:a16="http://schemas.microsoft.com/office/drawing/2014/main" id="{D60320C2-6508-438A-B0E3-65D6087836F5}"/>
              </a:ext>
            </a:extLst>
          </p:cNvPr>
          <p:cNvSpPr>
            <a:spLocks xmlns:a="http://schemas.openxmlformats.org/drawingml/2006/main" noGrp="1"/>
          </p:cNvSpPr>
          <p:nvPr/>
        </p:nvSpPr>
        <p:spPr>
          <a:xfrm xmlns:a="http://schemas.openxmlformats.org/drawingml/2006/main">
            <a:off x="1504950" y="278130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i="0">
                <a:solidFill>
                  <a:srgbClr val="263755"/>
                </a:solidFill>
              </a:defRPr>
            </a:defPPr>
            <a:lvl1pPr algn="l">
              <a:defRPr sz="1500" b="0" i="0">
                <a:solidFill>
                  <a:srgbClr val="263755"/>
                </a:solidFill>
              </a:defRPr>
            </a:lvl1pPr>
            <a:lvl2pPr algn="l">
              <a:defRPr sz="1500" b="0" i="0">
                <a:solidFill>
                  <a:srgbClr val="263755"/>
                </a:solidFill>
              </a:defRPr>
            </a:lvl2pPr>
            <a:lvl3pPr algn="l">
              <a:defRPr sz="1500" b="0" i="0">
                <a:solidFill>
                  <a:srgbClr val="263755"/>
                </a:solidFill>
              </a:defRPr>
            </a:lvl3pPr>
            <a:lvl4pPr algn="l">
              <a:defRPr sz="1500" b="0" i="0">
                <a:solidFill>
                  <a:srgbClr val="263755"/>
                </a:solidFill>
              </a:defRPr>
            </a:lvl4pPr>
            <a:lvl5pPr algn="l">
              <a:defRPr sz="1500" b="0" i="0">
                <a:solidFill>
                  <a:srgbClr val="263755"/>
                </a:solidFill>
              </a:defRPr>
            </a:lvl5pPr>
            <a:lvl6pPr algn="l">
              <a:defRPr sz="1500" b="0" i="0">
                <a:solidFill>
                  <a:srgbClr val="263755"/>
                </a:solidFill>
              </a:defRPr>
            </a:lvl6pPr>
            <a:lvl7pPr algn="l">
              <a:defRPr sz="1500" b="0" i="0">
                <a:solidFill>
                  <a:srgbClr val="263755"/>
                </a:solidFill>
              </a:defRPr>
            </a:lvl7pPr>
            <a:lvl8pPr algn="l">
              <a:defRPr sz="1500" b="0" i="0">
                <a:solidFill>
                  <a:srgbClr val="263755"/>
                </a:solidFill>
              </a:defRPr>
            </a:lvl8pPr>
            <a:lvl9pPr algn="l">
              <a:defRPr sz="1500" b="0" i="0">
                <a:solidFill>
                  <a:srgbClr val="263755"/>
                </a:solidFill>
              </a:defRPr>
            </a:lvl9pPr>
          </a:lstStyle>
          <a:p xmlns:a="http://schemas.openxmlformats.org/drawingml/2006/main">
            <a:pPr algn="l">
              <a:lnSpc>
                <a:spcPct val="105000"/>
              </a:lnSpc>
              <a:buNone/>
              <a:defRPr sz="1500" b="0" i="0">
                <a:solidFill>
                  <a:srgbClr val="263755"/>
                </a:solidFill>
              </a:defRPr>
            </a:pPr>
            <a:r>
              <a:rPr sz="1500" b="0" i="0">
                <a:solidFill>
                  <a:srgbClr val="263755"/>
                </a:solidFill>
              </a:rPr>
              <a:t>Did the top-k results recover the relevant evidence?</a:t>
            </a:r>
          </a:p>
        </p:txBody>
      </p:sp>
      <p:sp>
        <p:nvSpPr>
          <p:cNvPr id="10" name="">
            <a:extLst xmlns:a="http://schemas.openxmlformats.org/drawingml/2006/main">
              <a:ext uri="{FF2B5EF4-FFF2-40B4-BE49-F238E27FC236}">
                <a16:creationId xmlns:a16="http://schemas.microsoft.com/office/drawing/2014/main" id="{DA447BBA-86F3-4607-A273-A5BF9BE6F08E}"/>
              </a:ext>
            </a:extLst>
          </p:cNvPr>
          <p:cNvSpPr>
            <a:spLocks xmlns:a="http://schemas.openxmlformats.org/drawingml/2006/main" noGrp="1"/>
          </p:cNvSpPr>
          <p:nvPr/>
        </p:nvSpPr>
        <p:spPr>
          <a:xfrm xmlns:a="http://schemas.openxmlformats.org/drawingml/2006/main">
            <a:off x="1504950" y="33909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i="0">
                <a:solidFill>
                  <a:srgbClr val="65728A"/>
                </a:solidFill>
              </a:defRPr>
            </a:defPPr>
            <a:lvl1pPr algn="l">
              <a:defRPr sz="1350" b="0" i="0">
                <a:solidFill>
                  <a:srgbClr val="65728A"/>
                </a:solidFill>
              </a:defRPr>
            </a:lvl1pPr>
            <a:lvl2pPr algn="l">
              <a:defRPr sz="1350" b="0" i="0">
                <a:solidFill>
                  <a:srgbClr val="65728A"/>
                </a:solidFill>
              </a:defRPr>
            </a:lvl2pPr>
            <a:lvl3pPr algn="l">
              <a:defRPr sz="1350" b="0" i="0">
                <a:solidFill>
                  <a:srgbClr val="65728A"/>
                </a:solidFill>
              </a:defRPr>
            </a:lvl3pPr>
            <a:lvl4pPr algn="l">
              <a:defRPr sz="1350" b="0" i="0">
                <a:solidFill>
                  <a:srgbClr val="65728A"/>
                </a:solidFill>
              </a:defRPr>
            </a:lvl4pPr>
            <a:lvl5pPr algn="l">
              <a:defRPr sz="1350" b="0" i="0">
                <a:solidFill>
                  <a:srgbClr val="65728A"/>
                </a:solidFill>
              </a:defRPr>
            </a:lvl5pPr>
            <a:lvl6pPr algn="l">
              <a:defRPr sz="1350" b="0" i="0">
                <a:solidFill>
                  <a:srgbClr val="65728A"/>
                </a:solidFill>
              </a:defRPr>
            </a:lvl6pPr>
            <a:lvl7pPr algn="l">
              <a:defRPr sz="1350" b="0" i="0">
                <a:solidFill>
                  <a:srgbClr val="65728A"/>
                </a:solidFill>
              </a:defRPr>
            </a:lvl7pPr>
            <a:lvl8pPr algn="l">
              <a:defRPr sz="1350" b="0" i="0">
                <a:solidFill>
                  <a:srgbClr val="65728A"/>
                </a:solidFill>
              </a:defRPr>
            </a:lvl8pPr>
            <a:lvl9pPr algn="l">
              <a:defRPr sz="1350" b="0" i="0">
                <a:solidFill>
                  <a:srgbClr val="65728A"/>
                </a:solidFill>
              </a:defRPr>
            </a:lvl9pPr>
          </a:lstStyle>
          <a:p xmlns:a="http://schemas.openxmlformats.org/drawingml/2006/main">
            <a:pPr algn="l">
              <a:lnSpc>
                <a:spcPct val="105000"/>
              </a:lnSpc>
              <a:buNone/>
              <a:defRPr sz="1350" b="0" i="0">
                <a:solidFill>
                  <a:srgbClr val="65728A"/>
                </a:solidFill>
              </a:defRPr>
            </a:pPr>
            <a:r>
              <a:rPr sz="1350" b="0" i="0">
                <a:solidFill>
                  <a:srgbClr val="65728A"/>
                </a:solidFill>
              </a:rPr>
              <a:t>Coverage of relevant passages.</a:t>
            </a:r>
          </a:p>
        </p:txBody>
      </p:sp>
      <p:sp>
        <p:nvSpPr>
          <p:cNvPr id="11" name="">
            <a:extLst xmlns:a="http://schemas.openxmlformats.org/drawingml/2006/main">
              <a:ext uri="{FF2B5EF4-FFF2-40B4-BE49-F238E27FC236}">
                <a16:creationId xmlns:a16="http://schemas.microsoft.com/office/drawing/2014/main" id="{580B95C5-460F-47D5-8E1D-F6D416D42361}"/>
              </a:ext>
            </a:extLst>
          </p:cNvPr>
          <p:cNvSpPr>
            <a:spLocks xmlns:a="http://schemas.openxmlformats.org/drawingml/2006/main" noGrp="1"/>
          </p:cNvSpPr>
          <p:nvPr/>
        </p:nvSpPr>
        <p:spPr>
          <a:xfrm xmlns:a="http://schemas.openxmlformats.org/drawingml/2006/main">
            <a:off x="1504950" y="3848100"/>
            <a:ext cx="43053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513FD47-3E1D-49CF-AB70-3959A5E3B108}"/>
              </a:ext>
            </a:extLst>
          </p:cNvPr>
          <p:cNvSpPr>
            <a:spLocks xmlns:a="http://schemas.openxmlformats.org/drawingml/2006/main" noGrp="1"/>
          </p:cNvSpPr>
          <p:nvPr/>
        </p:nvSpPr>
        <p:spPr>
          <a:xfrm xmlns:a="http://schemas.openxmlformats.org/drawingml/2006/main">
            <a:off x="6381750" y="2324100"/>
            <a:ext cx="590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250" b="1" i="0">
                <a:solidFill>
                  <a:srgbClr val="D89A35"/>
                </a:solidFill>
              </a:defRPr>
            </a:defPPr>
            <a:lvl1pPr algn="l">
              <a:defRPr sz="2250" b="1" i="0">
                <a:solidFill>
                  <a:srgbClr val="D89A35"/>
                </a:solidFill>
              </a:defRPr>
            </a:lvl1pPr>
            <a:lvl2pPr algn="l">
              <a:defRPr sz="2250" b="1" i="0">
                <a:solidFill>
                  <a:srgbClr val="D89A35"/>
                </a:solidFill>
              </a:defRPr>
            </a:lvl2pPr>
            <a:lvl3pPr algn="l">
              <a:defRPr sz="2250" b="1" i="0">
                <a:solidFill>
                  <a:srgbClr val="D89A35"/>
                </a:solidFill>
              </a:defRPr>
            </a:lvl3pPr>
            <a:lvl4pPr algn="l">
              <a:defRPr sz="2250" b="1" i="0">
                <a:solidFill>
                  <a:srgbClr val="D89A35"/>
                </a:solidFill>
              </a:defRPr>
            </a:lvl4pPr>
            <a:lvl5pPr algn="l">
              <a:defRPr sz="2250" b="1" i="0">
                <a:solidFill>
                  <a:srgbClr val="D89A35"/>
                </a:solidFill>
              </a:defRPr>
            </a:lvl5pPr>
            <a:lvl6pPr algn="l">
              <a:defRPr sz="2250" b="1" i="0">
                <a:solidFill>
                  <a:srgbClr val="D89A35"/>
                </a:solidFill>
              </a:defRPr>
            </a:lvl6pPr>
            <a:lvl7pPr algn="l">
              <a:defRPr sz="2250" b="1" i="0">
                <a:solidFill>
                  <a:srgbClr val="D89A35"/>
                </a:solidFill>
              </a:defRPr>
            </a:lvl7pPr>
            <a:lvl8pPr algn="l">
              <a:defRPr sz="2250" b="1" i="0">
                <a:solidFill>
                  <a:srgbClr val="D89A35"/>
                </a:solidFill>
              </a:defRPr>
            </a:lvl8pPr>
            <a:lvl9pPr algn="l">
              <a:defRPr sz="2250" b="1" i="0">
                <a:solidFill>
                  <a:srgbClr val="D89A35"/>
                </a:solidFill>
              </a:defRPr>
            </a:lvl9pPr>
          </a:lstStyle>
          <a:p xmlns:a="http://schemas.openxmlformats.org/drawingml/2006/main">
            <a:pPr algn="l">
              <a:lnSpc>
                <a:spcPct val="105000"/>
              </a:lnSpc>
              <a:buNone/>
              <a:defRPr sz="2250" b="1" i="0">
                <a:solidFill>
                  <a:srgbClr val="D89A35"/>
                </a:solidFill>
              </a:defRPr>
            </a:pPr>
            <a:r>
              <a:rPr sz="2250" b="1" i="0">
                <a:solidFill>
                  <a:srgbClr val="D89A35"/>
                </a:solidFill>
              </a:rPr>
              <a:t>02</a:t>
            </a:r>
          </a:p>
        </p:txBody>
      </p:sp>
      <p:sp>
        <p:nvSpPr>
          <p:cNvPr id="13" name="">
            <a:extLst xmlns:a="http://schemas.openxmlformats.org/drawingml/2006/main">
              <a:ext uri="{FF2B5EF4-FFF2-40B4-BE49-F238E27FC236}">
                <a16:creationId xmlns:a16="http://schemas.microsoft.com/office/drawing/2014/main" id="{6143D17F-5319-4C3E-87C9-24879810CEA0}"/>
              </a:ext>
            </a:extLst>
          </p:cNvPr>
          <p:cNvSpPr>
            <a:spLocks xmlns:a="http://schemas.openxmlformats.org/drawingml/2006/main" noGrp="1"/>
          </p:cNvSpPr>
          <p:nvPr/>
        </p:nvSpPr>
        <p:spPr>
          <a:xfrm xmlns:a="http://schemas.openxmlformats.org/drawingml/2006/main">
            <a:off x="7067550" y="23241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14233F"/>
                </a:solidFill>
              </a:defRPr>
            </a:defPPr>
            <a:lvl1pPr algn="l">
              <a:defRPr sz="1950" b="1" i="0">
                <a:solidFill>
                  <a:srgbClr val="14233F"/>
                </a:solidFill>
              </a:defRPr>
            </a:lvl1pPr>
            <a:lvl2pPr algn="l">
              <a:defRPr sz="1950" b="1" i="0">
                <a:solidFill>
                  <a:srgbClr val="14233F"/>
                </a:solidFill>
              </a:defRPr>
            </a:lvl2pPr>
            <a:lvl3pPr algn="l">
              <a:defRPr sz="1950" b="1" i="0">
                <a:solidFill>
                  <a:srgbClr val="14233F"/>
                </a:solidFill>
              </a:defRPr>
            </a:lvl3pPr>
            <a:lvl4pPr algn="l">
              <a:defRPr sz="1950" b="1" i="0">
                <a:solidFill>
                  <a:srgbClr val="14233F"/>
                </a:solidFill>
              </a:defRPr>
            </a:lvl4pPr>
            <a:lvl5pPr algn="l">
              <a:defRPr sz="1950" b="1" i="0">
                <a:solidFill>
                  <a:srgbClr val="14233F"/>
                </a:solidFill>
              </a:defRPr>
            </a:lvl5pPr>
            <a:lvl6pPr algn="l">
              <a:defRPr sz="1950" b="1" i="0">
                <a:solidFill>
                  <a:srgbClr val="14233F"/>
                </a:solidFill>
              </a:defRPr>
            </a:lvl6pPr>
            <a:lvl7pPr algn="l">
              <a:defRPr sz="1950" b="1" i="0">
                <a:solidFill>
                  <a:srgbClr val="14233F"/>
                </a:solidFill>
              </a:defRPr>
            </a:lvl7pPr>
            <a:lvl8pPr algn="l">
              <a:defRPr sz="1950" b="1" i="0">
                <a:solidFill>
                  <a:srgbClr val="14233F"/>
                </a:solidFill>
              </a:defRPr>
            </a:lvl8pPr>
            <a:lvl9pPr algn="l">
              <a:defRPr sz="1950" b="1" i="0">
                <a:solidFill>
                  <a:srgbClr val="14233F"/>
                </a:solidFill>
              </a:defRPr>
            </a:lvl9pPr>
          </a:lstStyle>
          <a:p xmlns:a="http://schemas.openxmlformats.org/drawingml/2006/main">
            <a:pPr algn="l">
              <a:lnSpc>
                <a:spcPct val="105000"/>
              </a:lnSpc>
              <a:buNone/>
              <a:defRPr sz="1950" b="1" i="0">
                <a:solidFill>
                  <a:srgbClr val="14233F"/>
                </a:solidFill>
              </a:defRPr>
            </a:pPr>
            <a:r>
              <a:rPr sz="1950" b="1" i="0">
                <a:solidFill>
                  <a:srgbClr val="14233F"/>
                </a:solidFill>
              </a:rPr>
              <a:t>Hit@k</a:t>
            </a:r>
          </a:p>
        </p:txBody>
      </p:sp>
      <p:sp>
        <p:nvSpPr>
          <p:cNvPr id="14" name="">
            <a:extLst xmlns:a="http://schemas.openxmlformats.org/drawingml/2006/main">
              <a:ext uri="{FF2B5EF4-FFF2-40B4-BE49-F238E27FC236}">
                <a16:creationId xmlns:a16="http://schemas.microsoft.com/office/drawing/2014/main" id="{529BC9FD-1F60-4CAB-B8C4-4CF27C06E44A}"/>
              </a:ext>
            </a:extLst>
          </p:cNvPr>
          <p:cNvSpPr>
            <a:spLocks xmlns:a="http://schemas.openxmlformats.org/drawingml/2006/main" noGrp="1"/>
          </p:cNvSpPr>
          <p:nvPr/>
        </p:nvSpPr>
        <p:spPr>
          <a:xfrm xmlns:a="http://schemas.openxmlformats.org/drawingml/2006/main">
            <a:off x="7067550" y="278130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i="0">
                <a:solidFill>
                  <a:srgbClr val="263755"/>
                </a:solidFill>
              </a:defRPr>
            </a:defPPr>
            <a:lvl1pPr algn="l">
              <a:defRPr sz="1500" b="0" i="0">
                <a:solidFill>
                  <a:srgbClr val="263755"/>
                </a:solidFill>
              </a:defRPr>
            </a:lvl1pPr>
            <a:lvl2pPr algn="l">
              <a:defRPr sz="1500" b="0" i="0">
                <a:solidFill>
                  <a:srgbClr val="263755"/>
                </a:solidFill>
              </a:defRPr>
            </a:lvl2pPr>
            <a:lvl3pPr algn="l">
              <a:defRPr sz="1500" b="0" i="0">
                <a:solidFill>
                  <a:srgbClr val="263755"/>
                </a:solidFill>
              </a:defRPr>
            </a:lvl3pPr>
            <a:lvl4pPr algn="l">
              <a:defRPr sz="1500" b="0" i="0">
                <a:solidFill>
                  <a:srgbClr val="263755"/>
                </a:solidFill>
              </a:defRPr>
            </a:lvl4pPr>
            <a:lvl5pPr algn="l">
              <a:defRPr sz="1500" b="0" i="0">
                <a:solidFill>
                  <a:srgbClr val="263755"/>
                </a:solidFill>
              </a:defRPr>
            </a:lvl5pPr>
            <a:lvl6pPr algn="l">
              <a:defRPr sz="1500" b="0" i="0">
                <a:solidFill>
                  <a:srgbClr val="263755"/>
                </a:solidFill>
              </a:defRPr>
            </a:lvl6pPr>
            <a:lvl7pPr algn="l">
              <a:defRPr sz="1500" b="0" i="0">
                <a:solidFill>
                  <a:srgbClr val="263755"/>
                </a:solidFill>
              </a:defRPr>
            </a:lvl7pPr>
            <a:lvl8pPr algn="l">
              <a:defRPr sz="1500" b="0" i="0">
                <a:solidFill>
                  <a:srgbClr val="263755"/>
                </a:solidFill>
              </a:defRPr>
            </a:lvl8pPr>
            <a:lvl9pPr algn="l">
              <a:defRPr sz="1500" b="0" i="0">
                <a:solidFill>
                  <a:srgbClr val="263755"/>
                </a:solidFill>
              </a:defRPr>
            </a:lvl9pPr>
          </a:lstStyle>
          <a:p xmlns:a="http://schemas.openxmlformats.org/drawingml/2006/main">
            <a:pPr algn="l">
              <a:lnSpc>
                <a:spcPct val="105000"/>
              </a:lnSpc>
              <a:buNone/>
              <a:defRPr sz="1500" b="0" i="0">
                <a:solidFill>
                  <a:srgbClr val="263755"/>
                </a:solidFill>
              </a:defRPr>
            </a:pPr>
            <a:r>
              <a:rPr sz="1500" b="0" i="0">
                <a:solidFill>
                  <a:srgbClr val="263755"/>
                </a:solidFill>
              </a:rPr>
              <a:t>Did at least one relevant passage appear in the top k?</a:t>
            </a:r>
          </a:p>
        </p:txBody>
      </p:sp>
      <p:sp>
        <p:nvSpPr>
          <p:cNvPr id="15" name="">
            <a:extLst xmlns:a="http://schemas.openxmlformats.org/drawingml/2006/main">
              <a:ext uri="{FF2B5EF4-FFF2-40B4-BE49-F238E27FC236}">
                <a16:creationId xmlns:a16="http://schemas.microsoft.com/office/drawing/2014/main" id="{C0E25069-592C-43CD-84A6-0BBF63043B34}"/>
              </a:ext>
            </a:extLst>
          </p:cNvPr>
          <p:cNvSpPr>
            <a:spLocks xmlns:a="http://schemas.openxmlformats.org/drawingml/2006/main" noGrp="1"/>
          </p:cNvSpPr>
          <p:nvPr/>
        </p:nvSpPr>
        <p:spPr>
          <a:xfrm xmlns:a="http://schemas.openxmlformats.org/drawingml/2006/main">
            <a:off x="7067550" y="33909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i="0">
                <a:solidFill>
                  <a:srgbClr val="65728A"/>
                </a:solidFill>
              </a:defRPr>
            </a:defPPr>
            <a:lvl1pPr algn="l">
              <a:defRPr sz="1350" b="0" i="0">
                <a:solidFill>
                  <a:srgbClr val="65728A"/>
                </a:solidFill>
              </a:defRPr>
            </a:lvl1pPr>
            <a:lvl2pPr algn="l">
              <a:defRPr sz="1350" b="0" i="0">
                <a:solidFill>
                  <a:srgbClr val="65728A"/>
                </a:solidFill>
              </a:defRPr>
            </a:lvl2pPr>
            <a:lvl3pPr algn="l">
              <a:defRPr sz="1350" b="0" i="0">
                <a:solidFill>
                  <a:srgbClr val="65728A"/>
                </a:solidFill>
              </a:defRPr>
            </a:lvl3pPr>
            <a:lvl4pPr algn="l">
              <a:defRPr sz="1350" b="0" i="0">
                <a:solidFill>
                  <a:srgbClr val="65728A"/>
                </a:solidFill>
              </a:defRPr>
            </a:lvl4pPr>
            <a:lvl5pPr algn="l">
              <a:defRPr sz="1350" b="0" i="0">
                <a:solidFill>
                  <a:srgbClr val="65728A"/>
                </a:solidFill>
              </a:defRPr>
            </a:lvl5pPr>
            <a:lvl6pPr algn="l">
              <a:defRPr sz="1350" b="0" i="0">
                <a:solidFill>
                  <a:srgbClr val="65728A"/>
                </a:solidFill>
              </a:defRPr>
            </a:lvl6pPr>
            <a:lvl7pPr algn="l">
              <a:defRPr sz="1350" b="0" i="0">
                <a:solidFill>
                  <a:srgbClr val="65728A"/>
                </a:solidFill>
              </a:defRPr>
            </a:lvl7pPr>
            <a:lvl8pPr algn="l">
              <a:defRPr sz="1350" b="0" i="0">
                <a:solidFill>
                  <a:srgbClr val="65728A"/>
                </a:solidFill>
              </a:defRPr>
            </a:lvl8pPr>
            <a:lvl9pPr algn="l">
              <a:defRPr sz="1350" b="0" i="0">
                <a:solidFill>
                  <a:srgbClr val="65728A"/>
                </a:solidFill>
              </a:defRPr>
            </a:lvl9pPr>
          </a:lstStyle>
          <a:p xmlns:a="http://schemas.openxmlformats.org/drawingml/2006/main">
            <a:pPr algn="l">
              <a:lnSpc>
                <a:spcPct val="105000"/>
              </a:lnSpc>
              <a:buNone/>
              <a:defRPr sz="1350" b="0" i="0">
                <a:solidFill>
                  <a:srgbClr val="65728A"/>
                </a:solidFill>
              </a:defRPr>
            </a:pPr>
            <a:r>
              <a:rPr sz="1350" b="0" i="0">
                <a:solidFill>
                  <a:srgbClr val="65728A"/>
                </a:solidFill>
              </a:rPr>
              <a:t>A simple success rate across queries.</a:t>
            </a:r>
          </a:p>
        </p:txBody>
      </p:sp>
      <p:sp>
        <p:nvSpPr>
          <p:cNvPr id="16" name="">
            <a:extLst xmlns:a="http://schemas.openxmlformats.org/drawingml/2006/main">
              <a:ext uri="{FF2B5EF4-FFF2-40B4-BE49-F238E27FC236}">
                <a16:creationId xmlns:a16="http://schemas.microsoft.com/office/drawing/2014/main" id="{8CF754FC-4B46-4632-8BD5-66BF6D3A714C}"/>
              </a:ext>
            </a:extLst>
          </p:cNvPr>
          <p:cNvSpPr>
            <a:spLocks xmlns:a="http://schemas.openxmlformats.org/drawingml/2006/main" noGrp="1"/>
          </p:cNvSpPr>
          <p:nvPr/>
        </p:nvSpPr>
        <p:spPr>
          <a:xfrm xmlns:a="http://schemas.openxmlformats.org/drawingml/2006/main">
            <a:off x="7067550" y="3848100"/>
            <a:ext cx="43053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CC0E1C5-BA55-4607-A87F-E88C12588009}"/>
              </a:ext>
            </a:extLst>
          </p:cNvPr>
          <p:cNvSpPr>
            <a:spLocks xmlns:a="http://schemas.openxmlformats.org/drawingml/2006/main" noGrp="1"/>
          </p:cNvSpPr>
          <p:nvPr/>
        </p:nvSpPr>
        <p:spPr>
          <a:xfrm xmlns:a="http://schemas.openxmlformats.org/drawingml/2006/main">
            <a:off x="819150" y="4210050"/>
            <a:ext cx="590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250" b="1" i="0">
                <a:solidFill>
                  <a:srgbClr val="278C8C"/>
                </a:solidFill>
              </a:defRPr>
            </a:defPPr>
            <a:lvl1pPr algn="l">
              <a:defRPr sz="2250" b="1" i="0">
                <a:solidFill>
                  <a:srgbClr val="278C8C"/>
                </a:solidFill>
              </a:defRPr>
            </a:lvl1pPr>
            <a:lvl2pPr algn="l">
              <a:defRPr sz="2250" b="1" i="0">
                <a:solidFill>
                  <a:srgbClr val="278C8C"/>
                </a:solidFill>
              </a:defRPr>
            </a:lvl2pPr>
            <a:lvl3pPr algn="l">
              <a:defRPr sz="2250" b="1" i="0">
                <a:solidFill>
                  <a:srgbClr val="278C8C"/>
                </a:solidFill>
              </a:defRPr>
            </a:lvl3pPr>
            <a:lvl4pPr algn="l">
              <a:defRPr sz="2250" b="1" i="0">
                <a:solidFill>
                  <a:srgbClr val="278C8C"/>
                </a:solidFill>
              </a:defRPr>
            </a:lvl4pPr>
            <a:lvl5pPr algn="l">
              <a:defRPr sz="2250" b="1" i="0">
                <a:solidFill>
                  <a:srgbClr val="278C8C"/>
                </a:solidFill>
              </a:defRPr>
            </a:lvl5pPr>
            <a:lvl6pPr algn="l">
              <a:defRPr sz="2250" b="1" i="0">
                <a:solidFill>
                  <a:srgbClr val="278C8C"/>
                </a:solidFill>
              </a:defRPr>
            </a:lvl6pPr>
            <a:lvl7pPr algn="l">
              <a:defRPr sz="2250" b="1" i="0">
                <a:solidFill>
                  <a:srgbClr val="278C8C"/>
                </a:solidFill>
              </a:defRPr>
            </a:lvl7pPr>
            <a:lvl8pPr algn="l">
              <a:defRPr sz="2250" b="1" i="0">
                <a:solidFill>
                  <a:srgbClr val="278C8C"/>
                </a:solidFill>
              </a:defRPr>
            </a:lvl8pPr>
            <a:lvl9pPr algn="l">
              <a:defRPr sz="2250" b="1" i="0">
                <a:solidFill>
                  <a:srgbClr val="278C8C"/>
                </a:solidFill>
              </a:defRPr>
            </a:lvl9pPr>
          </a:lstStyle>
          <a:p xmlns:a="http://schemas.openxmlformats.org/drawingml/2006/main">
            <a:pPr algn="l">
              <a:lnSpc>
                <a:spcPct val="105000"/>
              </a:lnSpc>
              <a:buNone/>
              <a:defRPr sz="2250" b="1" i="0">
                <a:solidFill>
                  <a:srgbClr val="278C8C"/>
                </a:solidFill>
              </a:defRPr>
            </a:pPr>
            <a:r>
              <a:rPr sz="2250" b="1" i="0">
                <a:solidFill>
                  <a:srgbClr val="278C8C"/>
                </a:solidFill>
              </a:rPr>
              <a:t>03</a:t>
            </a:r>
          </a:p>
        </p:txBody>
      </p:sp>
      <p:sp>
        <p:nvSpPr>
          <p:cNvPr id="18" name="">
            <a:extLst xmlns:a="http://schemas.openxmlformats.org/drawingml/2006/main">
              <a:ext uri="{FF2B5EF4-FFF2-40B4-BE49-F238E27FC236}">
                <a16:creationId xmlns:a16="http://schemas.microsoft.com/office/drawing/2014/main" id="{B4E0F3E7-B43E-4F35-A6CB-3D20C2408706}"/>
              </a:ext>
            </a:extLst>
          </p:cNvPr>
          <p:cNvSpPr>
            <a:spLocks xmlns:a="http://schemas.openxmlformats.org/drawingml/2006/main" noGrp="1"/>
          </p:cNvSpPr>
          <p:nvPr/>
        </p:nvSpPr>
        <p:spPr>
          <a:xfrm xmlns:a="http://schemas.openxmlformats.org/drawingml/2006/main">
            <a:off x="1504950" y="42100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14233F"/>
                </a:solidFill>
              </a:defRPr>
            </a:defPPr>
            <a:lvl1pPr algn="l">
              <a:defRPr sz="1950" b="1" i="0">
                <a:solidFill>
                  <a:srgbClr val="14233F"/>
                </a:solidFill>
              </a:defRPr>
            </a:lvl1pPr>
            <a:lvl2pPr algn="l">
              <a:defRPr sz="1950" b="1" i="0">
                <a:solidFill>
                  <a:srgbClr val="14233F"/>
                </a:solidFill>
              </a:defRPr>
            </a:lvl2pPr>
            <a:lvl3pPr algn="l">
              <a:defRPr sz="1950" b="1" i="0">
                <a:solidFill>
                  <a:srgbClr val="14233F"/>
                </a:solidFill>
              </a:defRPr>
            </a:lvl3pPr>
            <a:lvl4pPr algn="l">
              <a:defRPr sz="1950" b="1" i="0">
                <a:solidFill>
                  <a:srgbClr val="14233F"/>
                </a:solidFill>
              </a:defRPr>
            </a:lvl4pPr>
            <a:lvl5pPr algn="l">
              <a:defRPr sz="1950" b="1" i="0">
                <a:solidFill>
                  <a:srgbClr val="14233F"/>
                </a:solidFill>
              </a:defRPr>
            </a:lvl5pPr>
            <a:lvl6pPr algn="l">
              <a:defRPr sz="1950" b="1" i="0">
                <a:solidFill>
                  <a:srgbClr val="14233F"/>
                </a:solidFill>
              </a:defRPr>
            </a:lvl6pPr>
            <a:lvl7pPr algn="l">
              <a:defRPr sz="1950" b="1" i="0">
                <a:solidFill>
                  <a:srgbClr val="14233F"/>
                </a:solidFill>
              </a:defRPr>
            </a:lvl7pPr>
            <a:lvl8pPr algn="l">
              <a:defRPr sz="1950" b="1" i="0">
                <a:solidFill>
                  <a:srgbClr val="14233F"/>
                </a:solidFill>
              </a:defRPr>
            </a:lvl8pPr>
            <a:lvl9pPr algn="l">
              <a:defRPr sz="1950" b="1" i="0">
                <a:solidFill>
                  <a:srgbClr val="14233F"/>
                </a:solidFill>
              </a:defRPr>
            </a:lvl9pPr>
          </a:lstStyle>
          <a:p xmlns:a="http://schemas.openxmlformats.org/drawingml/2006/main">
            <a:pPr algn="l">
              <a:lnSpc>
                <a:spcPct val="105000"/>
              </a:lnSpc>
              <a:buNone/>
              <a:defRPr sz="1950" b="1" i="0">
                <a:solidFill>
                  <a:srgbClr val="14233F"/>
                </a:solidFill>
              </a:defRPr>
            </a:pPr>
            <a:r>
              <a:rPr sz="1950" b="1" i="0">
                <a:solidFill>
                  <a:srgbClr val="14233F"/>
                </a:solidFill>
              </a:rPr>
              <a:t>MRR@10</a:t>
            </a:r>
          </a:p>
        </p:txBody>
      </p:sp>
      <p:sp>
        <p:nvSpPr>
          <p:cNvPr id="19" name="">
            <a:extLst xmlns:a="http://schemas.openxmlformats.org/drawingml/2006/main">
              <a:ext uri="{FF2B5EF4-FFF2-40B4-BE49-F238E27FC236}">
                <a16:creationId xmlns:a16="http://schemas.microsoft.com/office/drawing/2014/main" id="{D269C27B-5026-45FA-9771-0AABA25A0443}"/>
              </a:ext>
            </a:extLst>
          </p:cNvPr>
          <p:cNvSpPr>
            <a:spLocks xmlns:a="http://schemas.openxmlformats.org/drawingml/2006/main" noGrp="1"/>
          </p:cNvSpPr>
          <p:nvPr/>
        </p:nvSpPr>
        <p:spPr>
          <a:xfrm xmlns:a="http://schemas.openxmlformats.org/drawingml/2006/main">
            <a:off x="1504950" y="46672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i="0">
                <a:solidFill>
                  <a:srgbClr val="263755"/>
                </a:solidFill>
              </a:defRPr>
            </a:defPPr>
            <a:lvl1pPr algn="l">
              <a:defRPr sz="1500" b="0" i="0">
                <a:solidFill>
                  <a:srgbClr val="263755"/>
                </a:solidFill>
              </a:defRPr>
            </a:lvl1pPr>
            <a:lvl2pPr algn="l">
              <a:defRPr sz="1500" b="0" i="0">
                <a:solidFill>
                  <a:srgbClr val="263755"/>
                </a:solidFill>
              </a:defRPr>
            </a:lvl2pPr>
            <a:lvl3pPr algn="l">
              <a:defRPr sz="1500" b="0" i="0">
                <a:solidFill>
                  <a:srgbClr val="263755"/>
                </a:solidFill>
              </a:defRPr>
            </a:lvl3pPr>
            <a:lvl4pPr algn="l">
              <a:defRPr sz="1500" b="0" i="0">
                <a:solidFill>
                  <a:srgbClr val="263755"/>
                </a:solidFill>
              </a:defRPr>
            </a:lvl4pPr>
            <a:lvl5pPr algn="l">
              <a:defRPr sz="1500" b="0" i="0">
                <a:solidFill>
                  <a:srgbClr val="263755"/>
                </a:solidFill>
              </a:defRPr>
            </a:lvl5pPr>
            <a:lvl6pPr algn="l">
              <a:defRPr sz="1500" b="0" i="0">
                <a:solidFill>
                  <a:srgbClr val="263755"/>
                </a:solidFill>
              </a:defRPr>
            </a:lvl6pPr>
            <a:lvl7pPr algn="l">
              <a:defRPr sz="1500" b="0" i="0">
                <a:solidFill>
                  <a:srgbClr val="263755"/>
                </a:solidFill>
              </a:defRPr>
            </a:lvl7pPr>
            <a:lvl8pPr algn="l">
              <a:defRPr sz="1500" b="0" i="0">
                <a:solidFill>
                  <a:srgbClr val="263755"/>
                </a:solidFill>
              </a:defRPr>
            </a:lvl8pPr>
            <a:lvl9pPr algn="l">
              <a:defRPr sz="1500" b="0" i="0">
                <a:solidFill>
                  <a:srgbClr val="263755"/>
                </a:solidFill>
              </a:defRPr>
            </a:lvl9pPr>
          </a:lstStyle>
          <a:p xmlns:a="http://schemas.openxmlformats.org/drawingml/2006/main">
            <a:pPr algn="l">
              <a:lnSpc>
                <a:spcPct val="105000"/>
              </a:lnSpc>
              <a:buNone/>
              <a:defRPr sz="1500" b="0" i="0">
                <a:solidFill>
                  <a:srgbClr val="263755"/>
                </a:solidFill>
              </a:defRPr>
            </a:pPr>
            <a:r>
              <a:rPr sz="1500" b="0" i="0">
                <a:solidFill>
                  <a:srgbClr val="263755"/>
                </a:solidFill>
              </a:rPr>
              <a:t>How high was the first relevant passage ranked?</a:t>
            </a:r>
          </a:p>
        </p:txBody>
      </p:sp>
      <p:sp>
        <p:nvSpPr>
          <p:cNvPr id="20" name="">
            <a:extLst xmlns:a="http://schemas.openxmlformats.org/drawingml/2006/main">
              <a:ext uri="{FF2B5EF4-FFF2-40B4-BE49-F238E27FC236}">
                <a16:creationId xmlns:a16="http://schemas.microsoft.com/office/drawing/2014/main" id="{858F97AD-0243-4295-8420-557F06AB738C}"/>
              </a:ext>
            </a:extLst>
          </p:cNvPr>
          <p:cNvSpPr>
            <a:spLocks xmlns:a="http://schemas.openxmlformats.org/drawingml/2006/main" noGrp="1"/>
          </p:cNvSpPr>
          <p:nvPr/>
        </p:nvSpPr>
        <p:spPr>
          <a:xfrm xmlns:a="http://schemas.openxmlformats.org/drawingml/2006/main">
            <a:off x="1504950" y="52768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i="0">
                <a:solidFill>
                  <a:srgbClr val="65728A"/>
                </a:solidFill>
              </a:defRPr>
            </a:defPPr>
            <a:lvl1pPr algn="l">
              <a:defRPr sz="1350" b="0" i="0">
                <a:solidFill>
                  <a:srgbClr val="65728A"/>
                </a:solidFill>
              </a:defRPr>
            </a:lvl1pPr>
            <a:lvl2pPr algn="l">
              <a:defRPr sz="1350" b="0" i="0">
                <a:solidFill>
                  <a:srgbClr val="65728A"/>
                </a:solidFill>
              </a:defRPr>
            </a:lvl2pPr>
            <a:lvl3pPr algn="l">
              <a:defRPr sz="1350" b="0" i="0">
                <a:solidFill>
                  <a:srgbClr val="65728A"/>
                </a:solidFill>
              </a:defRPr>
            </a:lvl3pPr>
            <a:lvl4pPr algn="l">
              <a:defRPr sz="1350" b="0" i="0">
                <a:solidFill>
                  <a:srgbClr val="65728A"/>
                </a:solidFill>
              </a:defRPr>
            </a:lvl4pPr>
            <a:lvl5pPr algn="l">
              <a:defRPr sz="1350" b="0" i="0">
                <a:solidFill>
                  <a:srgbClr val="65728A"/>
                </a:solidFill>
              </a:defRPr>
            </a:lvl5pPr>
            <a:lvl6pPr algn="l">
              <a:defRPr sz="1350" b="0" i="0">
                <a:solidFill>
                  <a:srgbClr val="65728A"/>
                </a:solidFill>
              </a:defRPr>
            </a:lvl6pPr>
            <a:lvl7pPr algn="l">
              <a:defRPr sz="1350" b="0" i="0">
                <a:solidFill>
                  <a:srgbClr val="65728A"/>
                </a:solidFill>
              </a:defRPr>
            </a:lvl7pPr>
            <a:lvl8pPr algn="l">
              <a:defRPr sz="1350" b="0" i="0">
                <a:solidFill>
                  <a:srgbClr val="65728A"/>
                </a:solidFill>
              </a:defRPr>
            </a:lvl8pPr>
            <a:lvl9pPr algn="l">
              <a:defRPr sz="1350" b="0" i="0">
                <a:solidFill>
                  <a:srgbClr val="65728A"/>
                </a:solidFill>
              </a:defRPr>
            </a:lvl9pPr>
          </a:lstStyle>
          <a:p xmlns:a="http://schemas.openxmlformats.org/drawingml/2006/main">
            <a:pPr algn="l">
              <a:lnSpc>
                <a:spcPct val="105000"/>
              </a:lnSpc>
              <a:buNone/>
              <a:defRPr sz="1350" b="0" i="0">
                <a:solidFill>
                  <a:srgbClr val="65728A"/>
                </a:solidFill>
              </a:defRPr>
            </a:pPr>
            <a:r>
              <a:rPr sz="1350" b="0" i="0">
                <a:solidFill>
                  <a:srgbClr val="65728A"/>
                </a:solidFill>
              </a:rPr>
              <a:t>Rewards an earlier first hit.</a:t>
            </a:r>
          </a:p>
        </p:txBody>
      </p:sp>
      <p:sp>
        <p:nvSpPr>
          <p:cNvPr id="21" name="">
            <a:extLst xmlns:a="http://schemas.openxmlformats.org/drawingml/2006/main">
              <a:ext uri="{FF2B5EF4-FFF2-40B4-BE49-F238E27FC236}">
                <a16:creationId xmlns:a16="http://schemas.microsoft.com/office/drawing/2014/main" id="{AC57329B-7904-40BE-B89E-B661CDE21BE7}"/>
              </a:ext>
            </a:extLst>
          </p:cNvPr>
          <p:cNvSpPr>
            <a:spLocks xmlns:a="http://schemas.openxmlformats.org/drawingml/2006/main" noGrp="1"/>
          </p:cNvSpPr>
          <p:nvPr/>
        </p:nvSpPr>
        <p:spPr>
          <a:xfrm xmlns:a="http://schemas.openxmlformats.org/drawingml/2006/main">
            <a:off x="1504950" y="5734050"/>
            <a:ext cx="43053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7ECCF53-28AA-4235-8177-3E9E7007E270}"/>
              </a:ext>
            </a:extLst>
          </p:cNvPr>
          <p:cNvSpPr>
            <a:spLocks xmlns:a="http://schemas.openxmlformats.org/drawingml/2006/main" noGrp="1"/>
          </p:cNvSpPr>
          <p:nvPr/>
        </p:nvSpPr>
        <p:spPr>
          <a:xfrm xmlns:a="http://schemas.openxmlformats.org/drawingml/2006/main">
            <a:off x="6381750" y="4210050"/>
            <a:ext cx="590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250" b="1" i="0">
                <a:solidFill>
                  <a:srgbClr val="D89A35"/>
                </a:solidFill>
              </a:defRPr>
            </a:defPPr>
            <a:lvl1pPr algn="l">
              <a:defRPr sz="2250" b="1" i="0">
                <a:solidFill>
                  <a:srgbClr val="D89A35"/>
                </a:solidFill>
              </a:defRPr>
            </a:lvl1pPr>
            <a:lvl2pPr algn="l">
              <a:defRPr sz="2250" b="1" i="0">
                <a:solidFill>
                  <a:srgbClr val="D89A35"/>
                </a:solidFill>
              </a:defRPr>
            </a:lvl2pPr>
            <a:lvl3pPr algn="l">
              <a:defRPr sz="2250" b="1" i="0">
                <a:solidFill>
                  <a:srgbClr val="D89A35"/>
                </a:solidFill>
              </a:defRPr>
            </a:lvl3pPr>
            <a:lvl4pPr algn="l">
              <a:defRPr sz="2250" b="1" i="0">
                <a:solidFill>
                  <a:srgbClr val="D89A35"/>
                </a:solidFill>
              </a:defRPr>
            </a:lvl4pPr>
            <a:lvl5pPr algn="l">
              <a:defRPr sz="2250" b="1" i="0">
                <a:solidFill>
                  <a:srgbClr val="D89A35"/>
                </a:solidFill>
              </a:defRPr>
            </a:lvl5pPr>
            <a:lvl6pPr algn="l">
              <a:defRPr sz="2250" b="1" i="0">
                <a:solidFill>
                  <a:srgbClr val="D89A35"/>
                </a:solidFill>
              </a:defRPr>
            </a:lvl6pPr>
            <a:lvl7pPr algn="l">
              <a:defRPr sz="2250" b="1" i="0">
                <a:solidFill>
                  <a:srgbClr val="D89A35"/>
                </a:solidFill>
              </a:defRPr>
            </a:lvl7pPr>
            <a:lvl8pPr algn="l">
              <a:defRPr sz="2250" b="1" i="0">
                <a:solidFill>
                  <a:srgbClr val="D89A35"/>
                </a:solidFill>
              </a:defRPr>
            </a:lvl8pPr>
            <a:lvl9pPr algn="l">
              <a:defRPr sz="2250" b="1" i="0">
                <a:solidFill>
                  <a:srgbClr val="D89A35"/>
                </a:solidFill>
              </a:defRPr>
            </a:lvl9pPr>
          </a:lstStyle>
          <a:p xmlns:a="http://schemas.openxmlformats.org/drawingml/2006/main">
            <a:pPr algn="l">
              <a:lnSpc>
                <a:spcPct val="105000"/>
              </a:lnSpc>
              <a:buNone/>
              <a:defRPr sz="2250" b="1" i="0">
                <a:solidFill>
                  <a:srgbClr val="D89A35"/>
                </a:solidFill>
              </a:defRPr>
            </a:pPr>
            <a:r>
              <a:rPr sz="2250" b="1" i="0">
                <a:solidFill>
                  <a:srgbClr val="D89A35"/>
                </a:solidFill>
              </a:rPr>
              <a:t>04</a:t>
            </a:r>
          </a:p>
        </p:txBody>
      </p:sp>
      <p:sp>
        <p:nvSpPr>
          <p:cNvPr id="23" name="">
            <a:extLst xmlns:a="http://schemas.openxmlformats.org/drawingml/2006/main">
              <a:ext uri="{FF2B5EF4-FFF2-40B4-BE49-F238E27FC236}">
                <a16:creationId xmlns:a16="http://schemas.microsoft.com/office/drawing/2014/main" id="{6890EBEC-EB98-4DAB-A7E0-E36168317987}"/>
              </a:ext>
            </a:extLst>
          </p:cNvPr>
          <p:cNvSpPr>
            <a:spLocks xmlns:a="http://schemas.openxmlformats.org/drawingml/2006/main" noGrp="1"/>
          </p:cNvSpPr>
          <p:nvPr/>
        </p:nvSpPr>
        <p:spPr>
          <a:xfrm xmlns:a="http://schemas.openxmlformats.org/drawingml/2006/main">
            <a:off x="7067550" y="42100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14233F"/>
                </a:solidFill>
              </a:defRPr>
            </a:defPPr>
            <a:lvl1pPr algn="l">
              <a:defRPr sz="1950" b="1" i="0">
                <a:solidFill>
                  <a:srgbClr val="14233F"/>
                </a:solidFill>
              </a:defRPr>
            </a:lvl1pPr>
            <a:lvl2pPr algn="l">
              <a:defRPr sz="1950" b="1" i="0">
                <a:solidFill>
                  <a:srgbClr val="14233F"/>
                </a:solidFill>
              </a:defRPr>
            </a:lvl2pPr>
            <a:lvl3pPr algn="l">
              <a:defRPr sz="1950" b="1" i="0">
                <a:solidFill>
                  <a:srgbClr val="14233F"/>
                </a:solidFill>
              </a:defRPr>
            </a:lvl3pPr>
            <a:lvl4pPr algn="l">
              <a:defRPr sz="1950" b="1" i="0">
                <a:solidFill>
                  <a:srgbClr val="14233F"/>
                </a:solidFill>
              </a:defRPr>
            </a:lvl4pPr>
            <a:lvl5pPr algn="l">
              <a:defRPr sz="1950" b="1" i="0">
                <a:solidFill>
                  <a:srgbClr val="14233F"/>
                </a:solidFill>
              </a:defRPr>
            </a:lvl5pPr>
            <a:lvl6pPr algn="l">
              <a:defRPr sz="1950" b="1" i="0">
                <a:solidFill>
                  <a:srgbClr val="14233F"/>
                </a:solidFill>
              </a:defRPr>
            </a:lvl6pPr>
            <a:lvl7pPr algn="l">
              <a:defRPr sz="1950" b="1" i="0">
                <a:solidFill>
                  <a:srgbClr val="14233F"/>
                </a:solidFill>
              </a:defRPr>
            </a:lvl7pPr>
            <a:lvl8pPr algn="l">
              <a:defRPr sz="1950" b="1" i="0">
                <a:solidFill>
                  <a:srgbClr val="14233F"/>
                </a:solidFill>
              </a:defRPr>
            </a:lvl8pPr>
            <a:lvl9pPr algn="l">
              <a:defRPr sz="1950" b="1" i="0">
                <a:solidFill>
                  <a:srgbClr val="14233F"/>
                </a:solidFill>
              </a:defRPr>
            </a:lvl9pPr>
          </a:lstStyle>
          <a:p xmlns:a="http://schemas.openxmlformats.org/drawingml/2006/main">
            <a:pPr algn="l">
              <a:lnSpc>
                <a:spcPct val="105000"/>
              </a:lnSpc>
              <a:buNone/>
              <a:defRPr sz="1950" b="1" i="0">
                <a:solidFill>
                  <a:srgbClr val="14233F"/>
                </a:solidFill>
              </a:defRPr>
            </a:pPr>
            <a:r>
              <a:rPr sz="1950" b="1" i="0">
                <a:solidFill>
                  <a:srgbClr val="14233F"/>
                </a:solidFill>
              </a:rPr>
              <a:t>nDCG@k</a:t>
            </a:r>
          </a:p>
        </p:txBody>
      </p:sp>
      <p:sp>
        <p:nvSpPr>
          <p:cNvPr id="24" name="">
            <a:extLst xmlns:a="http://schemas.openxmlformats.org/drawingml/2006/main">
              <a:ext uri="{FF2B5EF4-FFF2-40B4-BE49-F238E27FC236}">
                <a16:creationId xmlns:a16="http://schemas.microsoft.com/office/drawing/2014/main" id="{42D35D9E-ABFF-487C-9B2B-DA9006B465DA}"/>
              </a:ext>
            </a:extLst>
          </p:cNvPr>
          <p:cNvSpPr>
            <a:spLocks xmlns:a="http://schemas.openxmlformats.org/drawingml/2006/main" noGrp="1"/>
          </p:cNvSpPr>
          <p:nvPr/>
        </p:nvSpPr>
        <p:spPr>
          <a:xfrm xmlns:a="http://schemas.openxmlformats.org/drawingml/2006/main">
            <a:off x="7067550" y="46672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i="0">
                <a:solidFill>
                  <a:srgbClr val="263755"/>
                </a:solidFill>
              </a:defRPr>
            </a:defPPr>
            <a:lvl1pPr algn="l">
              <a:defRPr sz="1500" b="0" i="0">
                <a:solidFill>
                  <a:srgbClr val="263755"/>
                </a:solidFill>
              </a:defRPr>
            </a:lvl1pPr>
            <a:lvl2pPr algn="l">
              <a:defRPr sz="1500" b="0" i="0">
                <a:solidFill>
                  <a:srgbClr val="263755"/>
                </a:solidFill>
              </a:defRPr>
            </a:lvl2pPr>
            <a:lvl3pPr algn="l">
              <a:defRPr sz="1500" b="0" i="0">
                <a:solidFill>
                  <a:srgbClr val="263755"/>
                </a:solidFill>
              </a:defRPr>
            </a:lvl3pPr>
            <a:lvl4pPr algn="l">
              <a:defRPr sz="1500" b="0" i="0">
                <a:solidFill>
                  <a:srgbClr val="263755"/>
                </a:solidFill>
              </a:defRPr>
            </a:lvl4pPr>
            <a:lvl5pPr algn="l">
              <a:defRPr sz="1500" b="0" i="0">
                <a:solidFill>
                  <a:srgbClr val="263755"/>
                </a:solidFill>
              </a:defRPr>
            </a:lvl5pPr>
            <a:lvl6pPr algn="l">
              <a:defRPr sz="1500" b="0" i="0">
                <a:solidFill>
                  <a:srgbClr val="263755"/>
                </a:solidFill>
              </a:defRPr>
            </a:lvl6pPr>
            <a:lvl7pPr algn="l">
              <a:defRPr sz="1500" b="0" i="0">
                <a:solidFill>
                  <a:srgbClr val="263755"/>
                </a:solidFill>
              </a:defRPr>
            </a:lvl7pPr>
            <a:lvl8pPr algn="l">
              <a:defRPr sz="1500" b="0" i="0">
                <a:solidFill>
                  <a:srgbClr val="263755"/>
                </a:solidFill>
              </a:defRPr>
            </a:lvl8pPr>
            <a:lvl9pPr algn="l">
              <a:defRPr sz="1500" b="0" i="0">
                <a:solidFill>
                  <a:srgbClr val="263755"/>
                </a:solidFill>
              </a:defRPr>
            </a:lvl9pPr>
          </a:lstStyle>
          <a:p xmlns:a="http://schemas.openxmlformats.org/drawingml/2006/main">
            <a:pPr algn="l">
              <a:lnSpc>
                <a:spcPct val="105000"/>
              </a:lnSpc>
              <a:buNone/>
              <a:defRPr sz="1500" b="0" i="0">
                <a:solidFill>
                  <a:srgbClr val="263755"/>
                </a:solidFill>
              </a:defRPr>
            </a:pPr>
            <a:r>
              <a:rPr sz="1500" b="0" i="0">
                <a:solidFill>
                  <a:srgbClr val="263755"/>
                </a:solidFill>
              </a:rPr>
              <a:t>How well were relevant passages ordered within k?</a:t>
            </a:r>
          </a:p>
        </p:txBody>
      </p:sp>
      <p:sp>
        <p:nvSpPr>
          <p:cNvPr id="25" name="">
            <a:extLst xmlns:a="http://schemas.openxmlformats.org/drawingml/2006/main">
              <a:ext uri="{FF2B5EF4-FFF2-40B4-BE49-F238E27FC236}">
                <a16:creationId xmlns:a16="http://schemas.microsoft.com/office/drawing/2014/main" id="{6581BBD3-CFB9-43FD-9D17-E3A3C454E073}"/>
              </a:ext>
            </a:extLst>
          </p:cNvPr>
          <p:cNvSpPr>
            <a:spLocks xmlns:a="http://schemas.openxmlformats.org/drawingml/2006/main" noGrp="1"/>
          </p:cNvSpPr>
          <p:nvPr/>
        </p:nvSpPr>
        <p:spPr>
          <a:xfrm xmlns:a="http://schemas.openxmlformats.org/drawingml/2006/main">
            <a:off x="7067550" y="52768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i="0">
                <a:solidFill>
                  <a:srgbClr val="65728A"/>
                </a:solidFill>
              </a:defRPr>
            </a:defPPr>
            <a:lvl1pPr algn="l">
              <a:defRPr sz="1350" b="0" i="0">
                <a:solidFill>
                  <a:srgbClr val="65728A"/>
                </a:solidFill>
              </a:defRPr>
            </a:lvl1pPr>
            <a:lvl2pPr algn="l">
              <a:defRPr sz="1350" b="0" i="0">
                <a:solidFill>
                  <a:srgbClr val="65728A"/>
                </a:solidFill>
              </a:defRPr>
            </a:lvl2pPr>
            <a:lvl3pPr algn="l">
              <a:defRPr sz="1350" b="0" i="0">
                <a:solidFill>
                  <a:srgbClr val="65728A"/>
                </a:solidFill>
              </a:defRPr>
            </a:lvl3pPr>
            <a:lvl4pPr algn="l">
              <a:defRPr sz="1350" b="0" i="0">
                <a:solidFill>
                  <a:srgbClr val="65728A"/>
                </a:solidFill>
              </a:defRPr>
            </a:lvl4pPr>
            <a:lvl5pPr algn="l">
              <a:defRPr sz="1350" b="0" i="0">
                <a:solidFill>
                  <a:srgbClr val="65728A"/>
                </a:solidFill>
              </a:defRPr>
            </a:lvl5pPr>
            <a:lvl6pPr algn="l">
              <a:defRPr sz="1350" b="0" i="0">
                <a:solidFill>
                  <a:srgbClr val="65728A"/>
                </a:solidFill>
              </a:defRPr>
            </a:lvl6pPr>
            <a:lvl7pPr algn="l">
              <a:defRPr sz="1350" b="0" i="0">
                <a:solidFill>
                  <a:srgbClr val="65728A"/>
                </a:solidFill>
              </a:defRPr>
            </a:lvl7pPr>
            <a:lvl8pPr algn="l">
              <a:defRPr sz="1350" b="0" i="0">
                <a:solidFill>
                  <a:srgbClr val="65728A"/>
                </a:solidFill>
              </a:defRPr>
            </a:lvl8pPr>
            <a:lvl9pPr algn="l">
              <a:defRPr sz="1350" b="0" i="0">
                <a:solidFill>
                  <a:srgbClr val="65728A"/>
                </a:solidFill>
              </a:defRPr>
            </a:lvl9pPr>
          </a:lstStyle>
          <a:p xmlns:a="http://schemas.openxmlformats.org/drawingml/2006/main">
            <a:pPr algn="l">
              <a:lnSpc>
                <a:spcPct val="105000"/>
              </a:lnSpc>
              <a:buNone/>
              <a:defRPr sz="1350" b="0" i="0">
                <a:solidFill>
                  <a:srgbClr val="65728A"/>
                </a:solidFill>
              </a:defRPr>
            </a:pPr>
            <a:r>
              <a:rPr sz="1350" b="0" i="0">
                <a:solidFill>
                  <a:srgbClr val="65728A"/>
                </a:solidFill>
              </a:rPr>
              <a:t>Rewards useful passages near the top.</a:t>
            </a:r>
          </a:p>
        </p:txBody>
      </p:sp>
      <p:sp>
        <p:nvSpPr>
          <p:cNvPr id="26" name="">
            <a:extLst xmlns:a="http://schemas.openxmlformats.org/drawingml/2006/main">
              <a:ext uri="{FF2B5EF4-FFF2-40B4-BE49-F238E27FC236}">
                <a16:creationId xmlns:a16="http://schemas.microsoft.com/office/drawing/2014/main" id="{734AA76E-2361-45A5-8F56-CA4FC4202A30}"/>
              </a:ext>
            </a:extLst>
          </p:cNvPr>
          <p:cNvSpPr>
            <a:spLocks xmlns:a="http://schemas.openxmlformats.org/drawingml/2006/main" noGrp="1"/>
          </p:cNvSpPr>
          <p:nvPr/>
        </p:nvSpPr>
        <p:spPr>
          <a:xfrm xmlns:a="http://schemas.openxmlformats.org/drawingml/2006/main">
            <a:off x="7067550" y="5734050"/>
            <a:ext cx="43053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Tree>
    <p:extLst>
      <p:ext uri="{BB962C8B-B14F-4D97-AF65-F5344CB8AC3E}">
        <p14:creationId xmlns:p14="http://schemas.microsoft.com/office/powerpoint/2010/main" val="835890865"/>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F63984B-7358-4D40-B9A8-F1700965ECBA}"/>
              </a:ext>
            </a:extLst>
          </p:cNvPr>
          <p:cNvSpPr>
            <a:spLocks xmlns:a="http://schemas.openxmlformats.org/drawingml/2006/main" noGrp="1"/>
          </p:cNvSpPr>
          <p:nvPr/>
        </p:nvSpPr>
        <p:spPr>
          <a:xfrm xmlns:a="http://schemas.openxmlformats.org/drawingml/2006/main">
            <a:off x="685800" y="4191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150" b="1" i="0">
                <a:solidFill>
                  <a:srgbClr val="14233F"/>
                </a:solidFill>
              </a:defRPr>
            </a:defPPr>
            <a:lvl1pPr algn="l">
              <a:defRPr sz="3150" b="1" i="0">
                <a:solidFill>
                  <a:srgbClr val="14233F"/>
                </a:solidFill>
              </a:defRPr>
            </a:lvl1pPr>
            <a:lvl2pPr algn="l">
              <a:defRPr sz="3150" b="1" i="0">
                <a:solidFill>
                  <a:srgbClr val="14233F"/>
                </a:solidFill>
              </a:defRPr>
            </a:lvl2pPr>
            <a:lvl3pPr algn="l">
              <a:defRPr sz="3150" b="1" i="0">
                <a:solidFill>
                  <a:srgbClr val="14233F"/>
                </a:solidFill>
              </a:defRPr>
            </a:lvl3pPr>
            <a:lvl4pPr algn="l">
              <a:defRPr sz="3150" b="1" i="0">
                <a:solidFill>
                  <a:srgbClr val="14233F"/>
                </a:solidFill>
              </a:defRPr>
            </a:lvl4pPr>
            <a:lvl5pPr algn="l">
              <a:defRPr sz="3150" b="1" i="0">
                <a:solidFill>
                  <a:srgbClr val="14233F"/>
                </a:solidFill>
              </a:defRPr>
            </a:lvl5pPr>
            <a:lvl6pPr algn="l">
              <a:defRPr sz="3150" b="1" i="0">
                <a:solidFill>
                  <a:srgbClr val="14233F"/>
                </a:solidFill>
              </a:defRPr>
            </a:lvl6pPr>
            <a:lvl7pPr algn="l">
              <a:defRPr sz="3150" b="1" i="0">
                <a:solidFill>
                  <a:srgbClr val="14233F"/>
                </a:solidFill>
              </a:defRPr>
            </a:lvl7pPr>
            <a:lvl8pPr algn="l">
              <a:defRPr sz="3150" b="1" i="0">
                <a:solidFill>
                  <a:srgbClr val="14233F"/>
                </a:solidFill>
              </a:defRPr>
            </a:lvl8pPr>
            <a:lvl9pPr algn="l">
              <a:defRPr sz="3150" b="1" i="0">
                <a:solidFill>
                  <a:srgbClr val="14233F"/>
                </a:solidFill>
              </a:defRPr>
            </a:lvl9pPr>
          </a:lstStyle>
          <a:p xmlns:a="http://schemas.openxmlformats.org/drawingml/2006/main">
            <a:pPr algn="l">
              <a:lnSpc>
                <a:spcPct val="105000"/>
              </a:lnSpc>
              <a:buNone/>
              <a:defRPr sz="3150" b="1" i="0">
                <a:solidFill>
                  <a:srgbClr val="14233F"/>
                </a:solidFill>
              </a:defRPr>
            </a:pPr>
            <a:r>
              <a:rPr sz="3150" b="1" i="0">
                <a:solidFill>
                  <a:srgbClr val="14233F"/>
                </a:solidFill>
              </a:rPr>
              <a:t>A retrieval issue found and corrected</a:t>
            </a:r>
          </a:p>
        </p:txBody>
      </p:sp>
      <p:sp>
        <p:nvSpPr>
          <p:cNvPr id="2" name="">
            <a:extLst xmlns:a="http://schemas.openxmlformats.org/drawingml/2006/main">
              <a:ext uri="{FF2B5EF4-FFF2-40B4-BE49-F238E27FC236}">
                <a16:creationId xmlns:a16="http://schemas.microsoft.com/office/drawing/2014/main" id="{E7E59925-D055-4799-B94A-A1A1527E4F00}"/>
              </a:ext>
            </a:extLst>
          </p:cNvPr>
          <p:cNvSpPr>
            <a:spLocks xmlns:a="http://schemas.openxmlformats.org/drawingml/2006/main" noGrp="1"/>
          </p:cNvSpPr>
          <p:nvPr/>
        </p:nvSpPr>
        <p:spPr>
          <a:xfrm xmlns:a="http://schemas.openxmlformats.org/drawingml/2006/main">
            <a:off x="685800" y="1162050"/>
            <a:ext cx="108204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D5A7773-11BE-4AE8-ADB4-1182E6235619}"/>
              </a:ext>
            </a:extLst>
          </p:cNvPr>
          <p:cNvSpPr>
            <a:spLocks xmlns:a="http://schemas.openxmlformats.org/drawingml/2006/main" noGrp="1"/>
          </p:cNvSpPr>
          <p:nvPr/>
        </p:nvSpPr>
        <p:spPr>
          <a:xfrm xmlns:a="http://schemas.openxmlformats.org/drawingml/2006/main">
            <a:off x="685800" y="1162050"/>
            <a:ext cx="742950" cy="28575"/>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FF3CEE8-7EC6-428B-9415-C5E4569A4672}"/>
              </a:ext>
            </a:extLst>
          </p:cNvPr>
          <p:cNvSpPr>
            <a:spLocks xmlns:a="http://schemas.openxmlformats.org/drawingml/2006/main" noGrp="1"/>
          </p:cNvSpPr>
          <p:nvPr/>
        </p:nvSpPr>
        <p:spPr>
          <a:xfrm xmlns:a="http://schemas.openxmlformats.org/drawingml/2006/main">
            <a:off x="685800" y="6457950"/>
            <a:ext cx="609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i="0">
                <a:solidFill>
                  <a:srgbClr val="65728A"/>
                </a:solidFill>
              </a:defRPr>
            </a:defPPr>
            <a:lvl1pPr algn="l">
              <a:defRPr sz="1050" b="1" i="0">
                <a:solidFill>
                  <a:srgbClr val="65728A"/>
                </a:solidFill>
              </a:defRPr>
            </a:lvl1pPr>
            <a:lvl2pPr algn="l">
              <a:defRPr sz="1050" b="1" i="0">
                <a:solidFill>
                  <a:srgbClr val="65728A"/>
                </a:solidFill>
              </a:defRPr>
            </a:lvl2pPr>
            <a:lvl3pPr algn="l">
              <a:defRPr sz="1050" b="1" i="0">
                <a:solidFill>
                  <a:srgbClr val="65728A"/>
                </a:solidFill>
              </a:defRPr>
            </a:lvl3pPr>
            <a:lvl4pPr algn="l">
              <a:defRPr sz="1050" b="1" i="0">
                <a:solidFill>
                  <a:srgbClr val="65728A"/>
                </a:solidFill>
              </a:defRPr>
            </a:lvl4pPr>
            <a:lvl5pPr algn="l">
              <a:defRPr sz="1050" b="1" i="0">
                <a:solidFill>
                  <a:srgbClr val="65728A"/>
                </a:solidFill>
              </a:defRPr>
            </a:lvl5pPr>
            <a:lvl6pPr algn="l">
              <a:defRPr sz="1050" b="1" i="0">
                <a:solidFill>
                  <a:srgbClr val="65728A"/>
                </a:solidFill>
              </a:defRPr>
            </a:lvl6pPr>
            <a:lvl7pPr algn="l">
              <a:defRPr sz="1050" b="1" i="0">
                <a:solidFill>
                  <a:srgbClr val="65728A"/>
                </a:solidFill>
              </a:defRPr>
            </a:lvl7pPr>
            <a:lvl8pPr algn="l">
              <a:defRPr sz="1050" b="1" i="0">
                <a:solidFill>
                  <a:srgbClr val="65728A"/>
                </a:solidFill>
              </a:defRPr>
            </a:lvl8pPr>
            <a:lvl9pPr algn="l">
              <a:defRPr sz="1050" b="1" i="0">
                <a:solidFill>
                  <a:srgbClr val="65728A"/>
                </a:solidFill>
              </a:defRPr>
            </a:lvl9pPr>
          </a:lstStyle>
          <a:p xmlns:a="http://schemas.openxmlformats.org/drawingml/2006/main">
            <a:pPr algn="l">
              <a:lnSpc>
                <a:spcPct val="105000"/>
              </a:lnSpc>
              <a:buNone/>
              <a:defRPr sz="1050" b="1" i="0">
                <a:solidFill>
                  <a:srgbClr val="65728A"/>
                </a:solidFill>
              </a:defRPr>
            </a:pPr>
            <a:r>
              <a:rPr sz="1050" b="1" i="0">
                <a:solidFill>
                  <a:srgbClr val="65728A"/>
                </a:solidFill>
              </a:rPr>
              <a:t>RAG RETRIEVAL BENCHMARK</a:t>
            </a:r>
          </a:p>
        </p:txBody>
      </p:sp>
      <p:sp>
        <p:nvSpPr>
          <p:cNvPr id="5" name="">
            <a:extLst xmlns:a="http://schemas.openxmlformats.org/drawingml/2006/main">
              <a:ext uri="{FF2B5EF4-FFF2-40B4-BE49-F238E27FC236}">
                <a16:creationId xmlns:a16="http://schemas.microsoft.com/office/drawing/2014/main" id="{5CF40D59-A170-4A85-82E2-7CFF1E3A0A7E}"/>
              </a:ext>
            </a:extLst>
          </p:cNvPr>
          <p:cNvSpPr>
            <a:spLocks xmlns:a="http://schemas.openxmlformats.org/drawingml/2006/main" noGrp="1"/>
          </p:cNvSpPr>
          <p:nvPr/>
        </p:nvSpPr>
        <p:spPr>
          <a:xfrm xmlns:a="http://schemas.openxmlformats.org/drawingml/2006/main">
            <a:off x="10953750" y="64198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i="0">
                <a:solidFill>
                  <a:srgbClr val="65728A"/>
                </a:solidFill>
              </a:defRPr>
            </a:defPPr>
            <a:lvl1pPr algn="r">
              <a:defRPr sz="1200" b="1" i="0">
                <a:solidFill>
                  <a:srgbClr val="65728A"/>
                </a:solidFill>
              </a:defRPr>
            </a:lvl1pPr>
            <a:lvl2pPr algn="r">
              <a:defRPr sz="1200" b="1" i="0">
                <a:solidFill>
                  <a:srgbClr val="65728A"/>
                </a:solidFill>
              </a:defRPr>
            </a:lvl2pPr>
            <a:lvl3pPr algn="r">
              <a:defRPr sz="1200" b="1" i="0">
                <a:solidFill>
                  <a:srgbClr val="65728A"/>
                </a:solidFill>
              </a:defRPr>
            </a:lvl3pPr>
            <a:lvl4pPr algn="r">
              <a:defRPr sz="1200" b="1" i="0">
                <a:solidFill>
                  <a:srgbClr val="65728A"/>
                </a:solidFill>
              </a:defRPr>
            </a:lvl4pPr>
            <a:lvl5pPr algn="r">
              <a:defRPr sz="1200" b="1" i="0">
                <a:solidFill>
                  <a:srgbClr val="65728A"/>
                </a:solidFill>
              </a:defRPr>
            </a:lvl5pPr>
            <a:lvl6pPr algn="r">
              <a:defRPr sz="1200" b="1" i="0">
                <a:solidFill>
                  <a:srgbClr val="65728A"/>
                </a:solidFill>
              </a:defRPr>
            </a:lvl6pPr>
            <a:lvl7pPr algn="r">
              <a:defRPr sz="1200" b="1" i="0">
                <a:solidFill>
                  <a:srgbClr val="65728A"/>
                </a:solidFill>
              </a:defRPr>
            </a:lvl7pPr>
            <a:lvl8pPr algn="r">
              <a:defRPr sz="1200" b="1" i="0">
                <a:solidFill>
                  <a:srgbClr val="65728A"/>
                </a:solidFill>
              </a:defRPr>
            </a:lvl8pPr>
            <a:lvl9pPr algn="r">
              <a:defRPr sz="1200" b="1" i="0">
                <a:solidFill>
                  <a:srgbClr val="65728A"/>
                </a:solidFill>
              </a:defRPr>
            </a:lvl9pPr>
          </a:lstStyle>
          <a:p xmlns:a="http://schemas.openxmlformats.org/drawingml/2006/main">
            <a:pPr algn="r">
              <a:lnSpc>
                <a:spcPct val="105000"/>
              </a:lnSpc>
              <a:buNone/>
              <a:defRPr sz="1200" b="1" i="0">
                <a:solidFill>
                  <a:srgbClr val="65728A"/>
                </a:solidFill>
              </a:defRPr>
            </a:pPr>
            <a:r>
              <a:rPr sz="1200" b="1" i="0">
                <a:solidFill>
                  <a:srgbClr val="65728A"/>
                </a:solidFill>
              </a:rPr>
              <a:t>09</a:t>
            </a:r>
          </a:p>
        </p:txBody>
      </p:sp>
      <p:sp>
        <p:nvSpPr>
          <p:cNvPr id="6" name="">
            <a:extLst xmlns:a="http://schemas.openxmlformats.org/drawingml/2006/main">
              <a:ext uri="{FF2B5EF4-FFF2-40B4-BE49-F238E27FC236}">
                <a16:creationId xmlns:a16="http://schemas.microsoft.com/office/drawing/2014/main" id="{D9AFFB71-0B54-4679-B548-CFD77EAE05E7}"/>
              </a:ext>
            </a:extLst>
          </p:cNvPr>
          <p:cNvSpPr>
            <a:spLocks xmlns:a="http://schemas.openxmlformats.org/drawingml/2006/main" noGrp="1"/>
          </p:cNvSpPr>
          <p:nvPr/>
        </p:nvSpPr>
        <p:spPr>
          <a:xfrm xmlns:a="http://schemas.openxmlformats.org/drawingml/2006/main">
            <a:off x="781050" y="16764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D89A35"/>
                </a:solidFill>
              </a:defRPr>
            </a:defPPr>
            <a:lvl1pPr algn="l">
              <a:defRPr sz="1125" b="1" i="0">
                <a:solidFill>
                  <a:srgbClr val="D89A35"/>
                </a:solidFill>
              </a:defRPr>
            </a:lvl1pPr>
            <a:lvl2pPr algn="l">
              <a:defRPr sz="1125" b="1" i="0">
                <a:solidFill>
                  <a:srgbClr val="D89A35"/>
                </a:solidFill>
              </a:defRPr>
            </a:lvl2pPr>
            <a:lvl3pPr algn="l">
              <a:defRPr sz="1125" b="1" i="0">
                <a:solidFill>
                  <a:srgbClr val="D89A35"/>
                </a:solidFill>
              </a:defRPr>
            </a:lvl3pPr>
            <a:lvl4pPr algn="l">
              <a:defRPr sz="1125" b="1" i="0">
                <a:solidFill>
                  <a:srgbClr val="D89A35"/>
                </a:solidFill>
              </a:defRPr>
            </a:lvl4pPr>
            <a:lvl5pPr algn="l">
              <a:defRPr sz="1125" b="1" i="0">
                <a:solidFill>
                  <a:srgbClr val="D89A35"/>
                </a:solidFill>
              </a:defRPr>
            </a:lvl5pPr>
            <a:lvl6pPr algn="l">
              <a:defRPr sz="1125" b="1" i="0">
                <a:solidFill>
                  <a:srgbClr val="D89A35"/>
                </a:solidFill>
              </a:defRPr>
            </a:lvl6pPr>
            <a:lvl7pPr algn="l">
              <a:defRPr sz="1125" b="1" i="0">
                <a:solidFill>
                  <a:srgbClr val="D89A35"/>
                </a:solidFill>
              </a:defRPr>
            </a:lvl7pPr>
            <a:lvl8pPr algn="l">
              <a:defRPr sz="1125" b="1" i="0">
                <a:solidFill>
                  <a:srgbClr val="D89A35"/>
                </a:solidFill>
              </a:defRPr>
            </a:lvl8pPr>
            <a:lvl9pPr algn="l">
              <a:defRPr sz="1125" b="1" i="0">
                <a:solidFill>
                  <a:srgbClr val="D89A35"/>
                </a:solidFill>
              </a:defRPr>
            </a:lvl9pPr>
          </a:lstStyle>
          <a:p xmlns:a="http://schemas.openxmlformats.org/drawingml/2006/main">
            <a:pPr algn="l">
              <a:lnSpc>
                <a:spcPct val="105000"/>
              </a:lnSpc>
              <a:buNone/>
              <a:defRPr sz="1125" b="1" i="0">
                <a:solidFill>
                  <a:srgbClr val="D89A35"/>
                </a:solidFill>
              </a:defRPr>
            </a:pPr>
            <a:r>
              <a:rPr sz="1125" b="1" i="0">
                <a:solidFill>
                  <a:srgbClr val="D89A35"/>
                </a:solidFill>
              </a:rPr>
              <a:t>EARLIER CONFIGURATION</a:t>
            </a:r>
          </a:p>
        </p:txBody>
      </p:sp>
      <p:sp>
        <p:nvSpPr>
          <p:cNvPr id="7" name="">
            <a:extLst xmlns:a="http://schemas.openxmlformats.org/drawingml/2006/main">
              <a:ext uri="{FF2B5EF4-FFF2-40B4-BE49-F238E27FC236}">
                <a16:creationId xmlns:a16="http://schemas.microsoft.com/office/drawing/2014/main" id="{FFF026A6-13AF-483D-94FA-993D5FE2298B}"/>
              </a:ext>
            </a:extLst>
          </p:cNvPr>
          <p:cNvSpPr>
            <a:spLocks xmlns:a="http://schemas.openxmlformats.org/drawingml/2006/main" noGrp="1"/>
          </p:cNvSpPr>
          <p:nvPr/>
        </p:nvSpPr>
        <p:spPr>
          <a:xfrm xmlns:a="http://schemas.openxmlformats.org/drawingml/2006/main">
            <a:off x="781050" y="2076450"/>
            <a:ext cx="3714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300" b="1" i="0">
                <a:solidFill>
                  <a:srgbClr val="14233F"/>
                </a:solidFill>
              </a:defRPr>
            </a:defPPr>
            <a:lvl1pPr algn="l">
              <a:defRPr sz="3300" b="1" i="0">
                <a:solidFill>
                  <a:srgbClr val="14233F"/>
                </a:solidFill>
              </a:defRPr>
            </a:lvl1pPr>
            <a:lvl2pPr algn="l">
              <a:defRPr sz="3300" b="1" i="0">
                <a:solidFill>
                  <a:srgbClr val="14233F"/>
                </a:solidFill>
              </a:defRPr>
            </a:lvl2pPr>
            <a:lvl3pPr algn="l">
              <a:defRPr sz="3300" b="1" i="0">
                <a:solidFill>
                  <a:srgbClr val="14233F"/>
                </a:solidFill>
              </a:defRPr>
            </a:lvl3pPr>
            <a:lvl4pPr algn="l">
              <a:defRPr sz="3300" b="1" i="0">
                <a:solidFill>
                  <a:srgbClr val="14233F"/>
                </a:solidFill>
              </a:defRPr>
            </a:lvl4pPr>
            <a:lvl5pPr algn="l">
              <a:defRPr sz="3300" b="1" i="0">
                <a:solidFill>
                  <a:srgbClr val="14233F"/>
                </a:solidFill>
              </a:defRPr>
            </a:lvl5pPr>
            <a:lvl6pPr algn="l">
              <a:defRPr sz="3300" b="1" i="0">
                <a:solidFill>
                  <a:srgbClr val="14233F"/>
                </a:solidFill>
              </a:defRPr>
            </a:lvl6pPr>
            <a:lvl7pPr algn="l">
              <a:defRPr sz="3300" b="1" i="0">
                <a:solidFill>
                  <a:srgbClr val="14233F"/>
                </a:solidFill>
              </a:defRPr>
            </a:lvl7pPr>
            <a:lvl8pPr algn="l">
              <a:defRPr sz="3300" b="1" i="0">
                <a:solidFill>
                  <a:srgbClr val="14233F"/>
                </a:solidFill>
              </a:defRPr>
            </a:lvl8pPr>
            <a:lvl9pPr algn="l">
              <a:defRPr sz="3300" b="1" i="0">
                <a:solidFill>
                  <a:srgbClr val="14233F"/>
                </a:solidFill>
              </a:defRPr>
            </a:lvl9pPr>
          </a:lstStyle>
          <a:p xmlns:a="http://schemas.openxmlformats.org/drawingml/2006/main">
            <a:pPr algn="l">
              <a:lnSpc>
                <a:spcPct val="98000"/>
              </a:lnSpc>
              <a:buNone/>
              <a:defRPr sz="3300" b="1" i="0">
                <a:solidFill>
                  <a:srgbClr val="14233F"/>
                </a:solidFill>
              </a:defRPr>
            </a:pPr>
            <a:r>
              <a:rPr sz="3300" b="1" i="0">
                <a:solidFill>
                  <a:srgbClr val="14233F"/>
                </a:solidFill>
              </a:rPr>
              <a:t>128-token</a:t>
            </a:r>
          </a:p>
          <a:p xmlns:a="http://schemas.openxmlformats.org/drawingml/2006/main">
            <a:pPr algn="l">
              <a:lnSpc>
                <a:spcPct val="98000"/>
              </a:lnSpc>
              <a:buNone/>
              <a:defRPr sz="3300" b="1" i="0">
                <a:solidFill>
                  <a:srgbClr val="14233F"/>
                </a:solidFill>
              </a:defRPr>
            </a:pPr>
            <a:r>
              <a:rPr sz="3300" b="1" i="0">
                <a:solidFill>
                  <a:srgbClr val="14233F"/>
                </a:solidFill>
              </a:rPr>
              <a:t>encoder window</a:t>
            </a:r>
          </a:p>
        </p:txBody>
      </p:sp>
      <p:sp>
        <p:nvSpPr>
          <p:cNvPr id="8" name="">
            <a:extLst xmlns:a="http://schemas.openxmlformats.org/drawingml/2006/main">
              <a:ext uri="{FF2B5EF4-FFF2-40B4-BE49-F238E27FC236}">
                <a16:creationId xmlns:a16="http://schemas.microsoft.com/office/drawing/2014/main" id="{9C3A80C4-0638-432D-A102-05B306D3A9F1}"/>
              </a:ext>
            </a:extLst>
          </p:cNvPr>
          <p:cNvSpPr>
            <a:spLocks xmlns:a="http://schemas.openxmlformats.org/drawingml/2006/main" noGrp="1"/>
          </p:cNvSpPr>
          <p:nvPr/>
        </p:nvSpPr>
        <p:spPr>
          <a:xfrm xmlns:a="http://schemas.openxmlformats.org/drawingml/2006/main">
            <a:off x="781050" y="3562350"/>
            <a:ext cx="4000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i="0">
                <a:solidFill>
                  <a:srgbClr val="263755"/>
                </a:solidFill>
              </a:defRPr>
            </a:defPPr>
            <a:lvl1pPr algn="l">
              <a:defRPr sz="1650" b="0" i="0">
                <a:solidFill>
                  <a:srgbClr val="263755"/>
                </a:solidFill>
              </a:defRPr>
            </a:lvl1pPr>
            <a:lvl2pPr algn="l">
              <a:defRPr sz="1650" b="0" i="0">
                <a:solidFill>
                  <a:srgbClr val="263755"/>
                </a:solidFill>
              </a:defRPr>
            </a:lvl2pPr>
            <a:lvl3pPr algn="l">
              <a:defRPr sz="1650" b="0" i="0">
                <a:solidFill>
                  <a:srgbClr val="263755"/>
                </a:solidFill>
              </a:defRPr>
            </a:lvl3pPr>
            <a:lvl4pPr algn="l">
              <a:defRPr sz="1650" b="0" i="0">
                <a:solidFill>
                  <a:srgbClr val="263755"/>
                </a:solidFill>
              </a:defRPr>
            </a:lvl4pPr>
            <a:lvl5pPr algn="l">
              <a:defRPr sz="1650" b="0" i="0">
                <a:solidFill>
                  <a:srgbClr val="263755"/>
                </a:solidFill>
              </a:defRPr>
            </a:lvl5pPr>
            <a:lvl6pPr algn="l">
              <a:defRPr sz="1650" b="0" i="0">
                <a:solidFill>
                  <a:srgbClr val="263755"/>
                </a:solidFill>
              </a:defRPr>
            </a:lvl6pPr>
            <a:lvl7pPr algn="l">
              <a:defRPr sz="1650" b="0" i="0">
                <a:solidFill>
                  <a:srgbClr val="263755"/>
                </a:solidFill>
              </a:defRPr>
            </a:lvl7pPr>
            <a:lvl8pPr algn="l">
              <a:defRPr sz="1650" b="0" i="0">
                <a:solidFill>
                  <a:srgbClr val="263755"/>
                </a:solidFill>
              </a:defRPr>
            </a:lvl8pPr>
            <a:lvl9pPr algn="l">
              <a:defRPr sz="1650" b="0" i="0">
                <a:solidFill>
                  <a:srgbClr val="263755"/>
                </a:solidFill>
              </a:defRPr>
            </a:lvl9pPr>
          </a:lstStyle>
          <a:p xmlns:a="http://schemas.openxmlformats.org/drawingml/2006/main">
            <a:pPr algn="l">
              <a:lnSpc>
                <a:spcPct val="112000"/>
              </a:lnSpc>
              <a:buNone/>
              <a:defRPr sz="1650" b="0" i="0">
                <a:solidFill>
                  <a:srgbClr val="263755"/>
                </a:solidFill>
              </a:defRPr>
            </a:pPr>
            <a:r>
              <a:rPr sz="1650" b="0" i="0">
                <a:solidFill>
                  <a:srgbClr val="263755"/>
                </a:solidFill>
              </a:rPr>
              <a:t>Long passages were being truncated before embedding, so the vector could omit much of the chunk.</a:t>
            </a:r>
          </a:p>
        </p:txBody>
      </p:sp>
      <p:sp>
        <p:nvSpPr>
          <p:cNvPr id="9" name="">
            <a:extLst xmlns:a="http://schemas.openxmlformats.org/drawingml/2006/main">
              <a:ext uri="{FF2B5EF4-FFF2-40B4-BE49-F238E27FC236}">
                <a16:creationId xmlns:a16="http://schemas.microsoft.com/office/drawing/2014/main" id="{CA37D2C4-47B2-41CC-86FE-89C76610EC3C}"/>
              </a:ext>
            </a:extLst>
          </p:cNvPr>
          <p:cNvSpPr>
            <a:spLocks xmlns:a="http://schemas.openxmlformats.org/drawingml/2006/main" noGrp="1"/>
          </p:cNvSpPr>
          <p:nvPr/>
        </p:nvSpPr>
        <p:spPr>
          <a:xfrm xmlns:a="http://schemas.openxmlformats.org/drawingml/2006/main">
            <a:off x="5581650" y="1676400"/>
            <a:ext cx="28575" cy="37147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C1799BC-3C7E-449D-B1C1-A30151C54B0C}"/>
              </a:ext>
            </a:extLst>
          </p:cNvPr>
          <p:cNvSpPr>
            <a:spLocks xmlns:a="http://schemas.openxmlformats.org/drawingml/2006/main" noGrp="1"/>
          </p:cNvSpPr>
          <p:nvPr/>
        </p:nvSpPr>
        <p:spPr>
          <a:xfrm xmlns:a="http://schemas.openxmlformats.org/drawingml/2006/main">
            <a:off x="6153150" y="16764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i="0">
                <a:solidFill>
                  <a:srgbClr val="278C8C"/>
                </a:solidFill>
              </a:defRPr>
            </a:defPPr>
            <a:lvl1pPr algn="l">
              <a:defRPr sz="1125" b="1" i="0">
                <a:solidFill>
                  <a:srgbClr val="278C8C"/>
                </a:solidFill>
              </a:defRPr>
            </a:lvl1pPr>
            <a:lvl2pPr algn="l">
              <a:defRPr sz="1125" b="1" i="0">
                <a:solidFill>
                  <a:srgbClr val="278C8C"/>
                </a:solidFill>
              </a:defRPr>
            </a:lvl2pPr>
            <a:lvl3pPr algn="l">
              <a:defRPr sz="1125" b="1" i="0">
                <a:solidFill>
                  <a:srgbClr val="278C8C"/>
                </a:solidFill>
              </a:defRPr>
            </a:lvl3pPr>
            <a:lvl4pPr algn="l">
              <a:defRPr sz="1125" b="1" i="0">
                <a:solidFill>
                  <a:srgbClr val="278C8C"/>
                </a:solidFill>
              </a:defRPr>
            </a:lvl4pPr>
            <a:lvl5pPr algn="l">
              <a:defRPr sz="1125" b="1" i="0">
                <a:solidFill>
                  <a:srgbClr val="278C8C"/>
                </a:solidFill>
              </a:defRPr>
            </a:lvl5pPr>
            <a:lvl6pPr algn="l">
              <a:defRPr sz="1125" b="1" i="0">
                <a:solidFill>
                  <a:srgbClr val="278C8C"/>
                </a:solidFill>
              </a:defRPr>
            </a:lvl6pPr>
            <a:lvl7pPr algn="l">
              <a:defRPr sz="1125" b="1" i="0">
                <a:solidFill>
                  <a:srgbClr val="278C8C"/>
                </a:solidFill>
              </a:defRPr>
            </a:lvl7pPr>
            <a:lvl8pPr algn="l">
              <a:defRPr sz="1125" b="1" i="0">
                <a:solidFill>
                  <a:srgbClr val="278C8C"/>
                </a:solidFill>
              </a:defRPr>
            </a:lvl8pPr>
            <a:lvl9pPr algn="l">
              <a:defRPr sz="1125" b="1" i="0">
                <a:solidFill>
                  <a:srgbClr val="278C8C"/>
                </a:solidFill>
              </a:defRPr>
            </a:lvl9pPr>
          </a:lstStyle>
          <a:p xmlns:a="http://schemas.openxmlformats.org/drawingml/2006/main">
            <a:pPr algn="l">
              <a:lnSpc>
                <a:spcPct val="105000"/>
              </a:lnSpc>
              <a:buNone/>
              <a:defRPr sz="1125" b="1" i="0">
                <a:solidFill>
                  <a:srgbClr val="278C8C"/>
                </a:solidFill>
              </a:defRPr>
            </a:pPr>
            <a:r>
              <a:rPr sz="1125" b="1" i="0">
                <a:solidFill>
                  <a:srgbClr val="278C8C"/>
                </a:solidFill>
              </a:rPr>
              <a:t>CURRENT INDEXING CONTRACT</a:t>
            </a:r>
          </a:p>
        </p:txBody>
      </p:sp>
      <p:sp>
        <p:nvSpPr>
          <p:cNvPr id="11" name="">
            <a:extLst xmlns:a="http://schemas.openxmlformats.org/drawingml/2006/main">
              <a:ext uri="{FF2B5EF4-FFF2-40B4-BE49-F238E27FC236}">
                <a16:creationId xmlns:a16="http://schemas.microsoft.com/office/drawing/2014/main" id="{9AE321B9-99B8-4596-A644-2699CBA35E25}"/>
              </a:ext>
            </a:extLst>
          </p:cNvPr>
          <p:cNvSpPr>
            <a:spLocks xmlns:a="http://schemas.openxmlformats.org/drawingml/2006/main" noGrp="1"/>
          </p:cNvSpPr>
          <p:nvPr/>
        </p:nvSpPr>
        <p:spPr>
          <a:xfrm xmlns:a="http://schemas.openxmlformats.org/drawingml/2006/main">
            <a:off x="6153150" y="2076450"/>
            <a:ext cx="4714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850" b="1" i="0">
                <a:solidFill>
                  <a:srgbClr val="14233F"/>
                </a:solidFill>
              </a:defRPr>
            </a:defPPr>
            <a:lvl1pPr algn="l">
              <a:defRPr sz="2850" b="1" i="0">
                <a:solidFill>
                  <a:srgbClr val="14233F"/>
                </a:solidFill>
              </a:defRPr>
            </a:lvl1pPr>
            <a:lvl2pPr algn="l">
              <a:defRPr sz="2850" b="1" i="0">
                <a:solidFill>
                  <a:srgbClr val="14233F"/>
                </a:solidFill>
              </a:defRPr>
            </a:lvl2pPr>
            <a:lvl3pPr algn="l">
              <a:defRPr sz="2850" b="1" i="0">
                <a:solidFill>
                  <a:srgbClr val="14233F"/>
                </a:solidFill>
              </a:defRPr>
            </a:lvl3pPr>
            <a:lvl4pPr algn="l">
              <a:defRPr sz="2850" b="1" i="0">
                <a:solidFill>
                  <a:srgbClr val="14233F"/>
                </a:solidFill>
              </a:defRPr>
            </a:lvl4pPr>
            <a:lvl5pPr algn="l">
              <a:defRPr sz="2850" b="1" i="0">
                <a:solidFill>
                  <a:srgbClr val="14233F"/>
                </a:solidFill>
              </a:defRPr>
            </a:lvl5pPr>
            <a:lvl6pPr algn="l">
              <a:defRPr sz="2850" b="1" i="0">
                <a:solidFill>
                  <a:srgbClr val="14233F"/>
                </a:solidFill>
              </a:defRPr>
            </a:lvl6pPr>
            <a:lvl7pPr algn="l">
              <a:defRPr sz="2850" b="1" i="0">
                <a:solidFill>
                  <a:srgbClr val="14233F"/>
                </a:solidFill>
              </a:defRPr>
            </a:lvl7pPr>
            <a:lvl8pPr algn="l">
              <a:defRPr sz="2850" b="1" i="0">
                <a:solidFill>
                  <a:srgbClr val="14233F"/>
                </a:solidFill>
              </a:defRPr>
            </a:lvl8pPr>
            <a:lvl9pPr algn="l">
              <a:defRPr sz="2850" b="1" i="0">
                <a:solidFill>
                  <a:srgbClr val="14233F"/>
                </a:solidFill>
              </a:defRPr>
            </a:lvl9pPr>
          </a:lstStyle>
          <a:p xmlns:a="http://schemas.openxmlformats.org/drawingml/2006/main">
            <a:pPr algn="l">
              <a:lnSpc>
                <a:spcPct val="98000"/>
              </a:lnSpc>
              <a:buNone/>
              <a:defRPr sz="2850" b="1" i="0">
                <a:solidFill>
                  <a:srgbClr val="14233F"/>
                </a:solidFill>
              </a:defRPr>
            </a:pPr>
            <a:r>
              <a:rPr sz="2850" b="1" i="0">
                <a:solidFill>
                  <a:srgbClr val="14233F"/>
                </a:solidFill>
              </a:rPr>
              <a:t>480-token chunks</a:t>
            </a:r>
          </a:p>
          <a:p xmlns:a="http://schemas.openxmlformats.org/drawingml/2006/main">
            <a:pPr algn="l">
              <a:lnSpc>
                <a:spcPct val="98000"/>
              </a:lnSpc>
              <a:buNone/>
              <a:defRPr sz="2850" b="1" i="0">
                <a:solidFill>
                  <a:srgbClr val="14233F"/>
                </a:solidFill>
              </a:defRPr>
            </a:pPr>
            <a:r>
              <a:rPr sz="2850" b="1" i="0">
                <a:solidFill>
                  <a:srgbClr val="14233F"/>
                </a:solidFill>
              </a:rPr>
              <a:t>+ 128-token overlap</a:t>
            </a:r>
          </a:p>
        </p:txBody>
      </p:sp>
      <p:sp>
        <p:nvSpPr>
          <p:cNvPr id="12" name="">
            <a:extLst xmlns:a="http://schemas.openxmlformats.org/drawingml/2006/main">
              <a:ext uri="{FF2B5EF4-FFF2-40B4-BE49-F238E27FC236}">
                <a16:creationId xmlns:a16="http://schemas.microsoft.com/office/drawing/2014/main" id="{2AEAA74E-223C-4C82-B8F0-A3A3A7F2E53E}"/>
              </a:ext>
            </a:extLst>
          </p:cNvPr>
          <p:cNvSpPr>
            <a:spLocks xmlns:a="http://schemas.openxmlformats.org/drawingml/2006/main" noGrp="1"/>
          </p:cNvSpPr>
          <p:nvPr/>
        </p:nvSpPr>
        <p:spPr>
          <a:xfrm xmlns:a="http://schemas.openxmlformats.org/drawingml/2006/main">
            <a:off x="6153150" y="34290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i="0">
                <a:solidFill>
                  <a:srgbClr val="278C8C"/>
                </a:solidFill>
              </a:defRPr>
            </a:defPPr>
            <a:lvl1pPr algn="l">
              <a:defRPr sz="1875" b="1" i="0">
                <a:solidFill>
                  <a:srgbClr val="278C8C"/>
                </a:solidFill>
              </a:defRPr>
            </a:lvl1pPr>
            <a:lvl2pPr algn="l">
              <a:defRPr sz="1875" b="1" i="0">
                <a:solidFill>
                  <a:srgbClr val="278C8C"/>
                </a:solidFill>
              </a:defRPr>
            </a:lvl2pPr>
            <a:lvl3pPr algn="l">
              <a:defRPr sz="1875" b="1" i="0">
                <a:solidFill>
                  <a:srgbClr val="278C8C"/>
                </a:solidFill>
              </a:defRPr>
            </a:lvl3pPr>
            <a:lvl4pPr algn="l">
              <a:defRPr sz="1875" b="1" i="0">
                <a:solidFill>
                  <a:srgbClr val="278C8C"/>
                </a:solidFill>
              </a:defRPr>
            </a:lvl4pPr>
            <a:lvl5pPr algn="l">
              <a:defRPr sz="1875" b="1" i="0">
                <a:solidFill>
                  <a:srgbClr val="278C8C"/>
                </a:solidFill>
              </a:defRPr>
            </a:lvl5pPr>
            <a:lvl6pPr algn="l">
              <a:defRPr sz="1875" b="1" i="0">
                <a:solidFill>
                  <a:srgbClr val="278C8C"/>
                </a:solidFill>
              </a:defRPr>
            </a:lvl6pPr>
            <a:lvl7pPr algn="l">
              <a:defRPr sz="1875" b="1" i="0">
                <a:solidFill>
                  <a:srgbClr val="278C8C"/>
                </a:solidFill>
              </a:defRPr>
            </a:lvl7pPr>
            <a:lvl8pPr algn="l">
              <a:defRPr sz="1875" b="1" i="0">
                <a:solidFill>
                  <a:srgbClr val="278C8C"/>
                </a:solidFill>
              </a:defRPr>
            </a:lvl8pPr>
            <a:lvl9pPr algn="l">
              <a:defRPr sz="1875" b="1" i="0">
                <a:solidFill>
                  <a:srgbClr val="278C8C"/>
                </a:solidFill>
              </a:defRPr>
            </a:lvl9pPr>
          </a:lstStyle>
          <a:p xmlns:a="http://schemas.openxmlformats.org/drawingml/2006/main">
            <a:pPr algn="l">
              <a:lnSpc>
                <a:spcPct val="105000"/>
              </a:lnSpc>
              <a:buNone/>
              <a:defRPr sz="1875" b="1" i="0">
                <a:solidFill>
                  <a:srgbClr val="278C8C"/>
                </a:solidFill>
              </a:defRPr>
            </a:pPr>
            <a:r>
              <a:rPr sz="1875" b="1" i="0">
                <a:solidFill>
                  <a:srgbClr val="278C8C"/>
                </a:solidFill>
              </a:rPr>
              <a:t>512-token model window</a:t>
            </a:r>
          </a:p>
        </p:txBody>
      </p:sp>
      <p:sp>
        <p:nvSpPr>
          <p:cNvPr id="13" name="">
            <a:extLst xmlns:a="http://schemas.openxmlformats.org/drawingml/2006/main">
              <a:ext uri="{FF2B5EF4-FFF2-40B4-BE49-F238E27FC236}">
                <a16:creationId xmlns:a16="http://schemas.microsoft.com/office/drawing/2014/main" id="{F5F897BB-5855-4995-89C4-720FCF9482D5}"/>
              </a:ext>
            </a:extLst>
          </p:cNvPr>
          <p:cNvSpPr>
            <a:spLocks xmlns:a="http://schemas.openxmlformats.org/drawingml/2006/main" noGrp="1"/>
          </p:cNvSpPr>
          <p:nvPr/>
        </p:nvSpPr>
        <p:spPr>
          <a:xfrm xmlns:a="http://schemas.openxmlformats.org/drawingml/2006/main">
            <a:off x="6153150" y="4000500"/>
            <a:ext cx="46196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i="0">
                <a:solidFill>
                  <a:srgbClr val="263755"/>
                </a:solidFill>
              </a:defRPr>
            </a:defPPr>
            <a:lvl1pPr algn="l">
              <a:defRPr sz="1650" b="0" i="0">
                <a:solidFill>
                  <a:srgbClr val="263755"/>
                </a:solidFill>
              </a:defRPr>
            </a:lvl1pPr>
            <a:lvl2pPr algn="l">
              <a:defRPr sz="1650" b="0" i="0">
                <a:solidFill>
                  <a:srgbClr val="263755"/>
                </a:solidFill>
              </a:defRPr>
            </a:lvl2pPr>
            <a:lvl3pPr algn="l">
              <a:defRPr sz="1650" b="0" i="0">
                <a:solidFill>
                  <a:srgbClr val="263755"/>
                </a:solidFill>
              </a:defRPr>
            </a:lvl3pPr>
            <a:lvl4pPr algn="l">
              <a:defRPr sz="1650" b="0" i="0">
                <a:solidFill>
                  <a:srgbClr val="263755"/>
                </a:solidFill>
              </a:defRPr>
            </a:lvl4pPr>
            <a:lvl5pPr algn="l">
              <a:defRPr sz="1650" b="0" i="0">
                <a:solidFill>
                  <a:srgbClr val="263755"/>
                </a:solidFill>
              </a:defRPr>
            </a:lvl5pPr>
            <a:lvl6pPr algn="l">
              <a:defRPr sz="1650" b="0" i="0">
                <a:solidFill>
                  <a:srgbClr val="263755"/>
                </a:solidFill>
              </a:defRPr>
            </a:lvl6pPr>
            <a:lvl7pPr algn="l">
              <a:defRPr sz="1650" b="0" i="0">
                <a:solidFill>
                  <a:srgbClr val="263755"/>
                </a:solidFill>
              </a:defRPr>
            </a:lvl7pPr>
            <a:lvl8pPr algn="l">
              <a:defRPr sz="1650" b="0" i="0">
                <a:solidFill>
                  <a:srgbClr val="263755"/>
                </a:solidFill>
              </a:defRPr>
            </a:lvl8pPr>
            <a:lvl9pPr algn="l">
              <a:defRPr sz="1650" b="0" i="0">
                <a:solidFill>
                  <a:srgbClr val="263755"/>
                </a:solidFill>
              </a:defRPr>
            </a:lvl9pPr>
          </a:lstStyle>
          <a:p xmlns:a="http://schemas.openxmlformats.org/drawingml/2006/main">
            <a:pPr algn="l">
              <a:lnSpc>
                <a:spcPct val="105000"/>
              </a:lnSpc>
              <a:buNone/>
              <a:defRPr sz="1650" b="0" i="0">
                <a:solidFill>
                  <a:srgbClr val="263755"/>
                </a:solidFill>
              </a:defRPr>
            </a:pPr>
            <a:r>
              <a:rPr sz="1650" b="0" i="0">
                <a:solidFill>
                  <a:srgbClr val="263755"/>
                </a:solidFill>
              </a:rPr>
              <a:t>The same Hugging Face tokenizer splits and validates every passage before indexing.</a:t>
            </a:r>
          </a:p>
        </p:txBody>
      </p:sp>
      <p:sp>
        <p:nvSpPr>
          <p:cNvPr id="14" name="">
            <a:extLst xmlns:a="http://schemas.openxmlformats.org/drawingml/2006/main">
              <a:ext uri="{FF2B5EF4-FFF2-40B4-BE49-F238E27FC236}">
                <a16:creationId xmlns:a16="http://schemas.microsoft.com/office/drawing/2014/main" id="{91AEAD58-CE91-4703-AC7A-E2B5EDA78A89}"/>
              </a:ext>
            </a:extLst>
          </p:cNvPr>
          <p:cNvSpPr>
            <a:spLocks xmlns:a="http://schemas.openxmlformats.org/drawingml/2006/main" noGrp="1"/>
          </p:cNvSpPr>
          <p:nvPr/>
        </p:nvSpPr>
        <p:spPr>
          <a:xfrm xmlns:a="http://schemas.openxmlformats.org/drawingml/2006/main">
            <a:off x="781050" y="5219700"/>
            <a:ext cx="100965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B91E716-67E9-4F6B-86D3-58C35D6CFB5A}"/>
              </a:ext>
            </a:extLst>
          </p:cNvPr>
          <p:cNvSpPr>
            <a:spLocks xmlns:a="http://schemas.openxmlformats.org/drawingml/2006/main" noGrp="1"/>
          </p:cNvSpPr>
          <p:nvPr/>
        </p:nvSpPr>
        <p:spPr>
          <a:xfrm xmlns:a="http://schemas.openxmlformats.org/drawingml/2006/main">
            <a:off x="781050" y="5429250"/>
            <a:ext cx="1009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i="0">
                <a:solidFill>
                  <a:srgbClr val="278C8C"/>
                </a:solidFill>
              </a:defRPr>
            </a:defPPr>
            <a:lvl1pPr algn="l">
              <a:defRPr sz="1425" b="1" i="0">
                <a:solidFill>
                  <a:srgbClr val="278C8C"/>
                </a:solidFill>
              </a:defRPr>
            </a:lvl1pPr>
            <a:lvl2pPr algn="l">
              <a:defRPr sz="1425" b="1" i="0">
                <a:solidFill>
                  <a:srgbClr val="278C8C"/>
                </a:solidFill>
              </a:defRPr>
            </a:lvl2pPr>
            <a:lvl3pPr algn="l">
              <a:defRPr sz="1425" b="1" i="0">
                <a:solidFill>
                  <a:srgbClr val="278C8C"/>
                </a:solidFill>
              </a:defRPr>
            </a:lvl3pPr>
            <a:lvl4pPr algn="l">
              <a:defRPr sz="1425" b="1" i="0">
                <a:solidFill>
                  <a:srgbClr val="278C8C"/>
                </a:solidFill>
              </a:defRPr>
            </a:lvl4pPr>
            <a:lvl5pPr algn="l">
              <a:defRPr sz="1425" b="1" i="0">
                <a:solidFill>
                  <a:srgbClr val="278C8C"/>
                </a:solidFill>
              </a:defRPr>
            </a:lvl5pPr>
            <a:lvl6pPr algn="l">
              <a:defRPr sz="1425" b="1" i="0">
                <a:solidFill>
                  <a:srgbClr val="278C8C"/>
                </a:solidFill>
              </a:defRPr>
            </a:lvl6pPr>
            <a:lvl7pPr algn="l">
              <a:defRPr sz="1425" b="1" i="0">
                <a:solidFill>
                  <a:srgbClr val="278C8C"/>
                </a:solidFill>
              </a:defRPr>
            </a:lvl7pPr>
            <a:lvl8pPr algn="l">
              <a:defRPr sz="1425" b="1" i="0">
                <a:solidFill>
                  <a:srgbClr val="278C8C"/>
                </a:solidFill>
              </a:defRPr>
            </a:lvl8pPr>
            <a:lvl9pPr algn="l">
              <a:defRPr sz="1425" b="1" i="0">
                <a:solidFill>
                  <a:srgbClr val="278C8C"/>
                </a:solidFill>
              </a:defRPr>
            </a:lvl9pPr>
          </a:lstStyle>
          <a:p xmlns:a="http://schemas.openxmlformats.org/drawingml/2006/main">
            <a:pPr algn="l">
              <a:lnSpc>
                <a:spcPct val="105000"/>
              </a:lnSpc>
              <a:buNone/>
              <a:defRPr sz="1425" b="1" i="0">
                <a:solidFill>
                  <a:srgbClr val="278C8C"/>
                </a:solidFill>
              </a:defRPr>
            </a:pPr>
            <a:r>
              <a:rPr sz="1425" b="1" i="0">
                <a:solidFill>
                  <a:srgbClr val="278C8C"/>
                </a:solidFill>
              </a:rPr>
              <a:t>Separate v4 index path keeps corrected experiments distinct from historical snapshots.</a:t>
            </a:r>
          </a:p>
        </p:txBody>
      </p:sp>
    </p:spTree>
    <p:extLst>
      <p:ext uri="{BB962C8B-B14F-4D97-AF65-F5344CB8AC3E}">
        <p14:creationId xmlns:p14="http://schemas.microsoft.com/office/powerpoint/2010/main" val="538336378"/>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0B7073E-94C0-4B85-84D0-945DEF7D7E12}"/>
              </a:ext>
            </a:extLst>
          </p:cNvPr>
          <p:cNvSpPr>
            <a:spLocks xmlns:a="http://schemas.openxmlformats.org/drawingml/2006/main" noGrp="1"/>
          </p:cNvSpPr>
          <p:nvPr/>
        </p:nvSpPr>
        <p:spPr>
          <a:xfrm xmlns:a="http://schemas.openxmlformats.org/drawingml/2006/main">
            <a:off x="685800" y="4191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150" b="1" i="0">
                <a:solidFill>
                  <a:srgbClr val="14233F"/>
                </a:solidFill>
              </a:defRPr>
            </a:defPPr>
            <a:lvl1pPr algn="l">
              <a:defRPr sz="3150" b="1" i="0">
                <a:solidFill>
                  <a:srgbClr val="14233F"/>
                </a:solidFill>
              </a:defRPr>
            </a:lvl1pPr>
            <a:lvl2pPr algn="l">
              <a:defRPr sz="3150" b="1" i="0">
                <a:solidFill>
                  <a:srgbClr val="14233F"/>
                </a:solidFill>
              </a:defRPr>
            </a:lvl2pPr>
            <a:lvl3pPr algn="l">
              <a:defRPr sz="3150" b="1" i="0">
                <a:solidFill>
                  <a:srgbClr val="14233F"/>
                </a:solidFill>
              </a:defRPr>
            </a:lvl3pPr>
            <a:lvl4pPr algn="l">
              <a:defRPr sz="3150" b="1" i="0">
                <a:solidFill>
                  <a:srgbClr val="14233F"/>
                </a:solidFill>
              </a:defRPr>
            </a:lvl4pPr>
            <a:lvl5pPr algn="l">
              <a:defRPr sz="3150" b="1" i="0">
                <a:solidFill>
                  <a:srgbClr val="14233F"/>
                </a:solidFill>
              </a:defRPr>
            </a:lvl5pPr>
            <a:lvl6pPr algn="l">
              <a:defRPr sz="3150" b="1" i="0">
                <a:solidFill>
                  <a:srgbClr val="14233F"/>
                </a:solidFill>
              </a:defRPr>
            </a:lvl6pPr>
            <a:lvl7pPr algn="l">
              <a:defRPr sz="3150" b="1" i="0">
                <a:solidFill>
                  <a:srgbClr val="14233F"/>
                </a:solidFill>
              </a:defRPr>
            </a:lvl7pPr>
            <a:lvl8pPr algn="l">
              <a:defRPr sz="3150" b="1" i="0">
                <a:solidFill>
                  <a:srgbClr val="14233F"/>
                </a:solidFill>
              </a:defRPr>
            </a:lvl8pPr>
            <a:lvl9pPr algn="l">
              <a:defRPr sz="3150" b="1" i="0">
                <a:solidFill>
                  <a:srgbClr val="14233F"/>
                </a:solidFill>
              </a:defRPr>
            </a:lvl9pPr>
          </a:lstStyle>
          <a:p xmlns:a="http://schemas.openxmlformats.org/drawingml/2006/main">
            <a:pPr algn="l">
              <a:lnSpc>
                <a:spcPct val="105000"/>
              </a:lnSpc>
              <a:buNone/>
              <a:defRPr sz="3150" b="1" i="0">
                <a:solidFill>
                  <a:srgbClr val="14233F"/>
                </a:solidFill>
              </a:defRPr>
            </a:pPr>
            <a:r>
              <a:rPr sz="3150" b="1" i="0">
                <a:solidFill>
                  <a:srgbClr val="14233F"/>
                </a:solidFill>
              </a:rPr>
              <a:t>Current project status</a:t>
            </a:r>
          </a:p>
        </p:txBody>
      </p:sp>
      <p:sp>
        <p:nvSpPr>
          <p:cNvPr id="2" name="">
            <a:extLst xmlns:a="http://schemas.openxmlformats.org/drawingml/2006/main">
              <a:ext uri="{FF2B5EF4-FFF2-40B4-BE49-F238E27FC236}">
                <a16:creationId xmlns:a16="http://schemas.microsoft.com/office/drawing/2014/main" id="{B1D1041E-9FAC-43B6-8151-C14CE2CE70B1}"/>
              </a:ext>
            </a:extLst>
          </p:cNvPr>
          <p:cNvSpPr>
            <a:spLocks xmlns:a="http://schemas.openxmlformats.org/drawingml/2006/main" noGrp="1"/>
          </p:cNvSpPr>
          <p:nvPr/>
        </p:nvSpPr>
        <p:spPr>
          <a:xfrm xmlns:a="http://schemas.openxmlformats.org/drawingml/2006/main">
            <a:off x="685800" y="1162050"/>
            <a:ext cx="108204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E2BD732-11A0-448D-A92D-1139477DD21B}"/>
              </a:ext>
            </a:extLst>
          </p:cNvPr>
          <p:cNvSpPr>
            <a:spLocks xmlns:a="http://schemas.openxmlformats.org/drawingml/2006/main" noGrp="1"/>
          </p:cNvSpPr>
          <p:nvPr/>
        </p:nvSpPr>
        <p:spPr>
          <a:xfrm xmlns:a="http://schemas.openxmlformats.org/drawingml/2006/main">
            <a:off x="685800" y="1162050"/>
            <a:ext cx="742950" cy="28575"/>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AA733E1-E0DD-400A-B2EF-36EA89662093}"/>
              </a:ext>
            </a:extLst>
          </p:cNvPr>
          <p:cNvSpPr>
            <a:spLocks xmlns:a="http://schemas.openxmlformats.org/drawingml/2006/main" noGrp="1"/>
          </p:cNvSpPr>
          <p:nvPr/>
        </p:nvSpPr>
        <p:spPr>
          <a:xfrm xmlns:a="http://schemas.openxmlformats.org/drawingml/2006/main">
            <a:off x="685800" y="6457950"/>
            <a:ext cx="609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i="0">
                <a:solidFill>
                  <a:srgbClr val="65728A"/>
                </a:solidFill>
              </a:defRPr>
            </a:defPPr>
            <a:lvl1pPr algn="l">
              <a:defRPr sz="1050" b="1" i="0">
                <a:solidFill>
                  <a:srgbClr val="65728A"/>
                </a:solidFill>
              </a:defRPr>
            </a:lvl1pPr>
            <a:lvl2pPr algn="l">
              <a:defRPr sz="1050" b="1" i="0">
                <a:solidFill>
                  <a:srgbClr val="65728A"/>
                </a:solidFill>
              </a:defRPr>
            </a:lvl2pPr>
            <a:lvl3pPr algn="l">
              <a:defRPr sz="1050" b="1" i="0">
                <a:solidFill>
                  <a:srgbClr val="65728A"/>
                </a:solidFill>
              </a:defRPr>
            </a:lvl3pPr>
            <a:lvl4pPr algn="l">
              <a:defRPr sz="1050" b="1" i="0">
                <a:solidFill>
                  <a:srgbClr val="65728A"/>
                </a:solidFill>
              </a:defRPr>
            </a:lvl4pPr>
            <a:lvl5pPr algn="l">
              <a:defRPr sz="1050" b="1" i="0">
                <a:solidFill>
                  <a:srgbClr val="65728A"/>
                </a:solidFill>
              </a:defRPr>
            </a:lvl5pPr>
            <a:lvl6pPr algn="l">
              <a:defRPr sz="1050" b="1" i="0">
                <a:solidFill>
                  <a:srgbClr val="65728A"/>
                </a:solidFill>
              </a:defRPr>
            </a:lvl6pPr>
            <a:lvl7pPr algn="l">
              <a:defRPr sz="1050" b="1" i="0">
                <a:solidFill>
                  <a:srgbClr val="65728A"/>
                </a:solidFill>
              </a:defRPr>
            </a:lvl7pPr>
            <a:lvl8pPr algn="l">
              <a:defRPr sz="1050" b="1" i="0">
                <a:solidFill>
                  <a:srgbClr val="65728A"/>
                </a:solidFill>
              </a:defRPr>
            </a:lvl8pPr>
            <a:lvl9pPr algn="l">
              <a:defRPr sz="1050" b="1" i="0">
                <a:solidFill>
                  <a:srgbClr val="65728A"/>
                </a:solidFill>
              </a:defRPr>
            </a:lvl9pPr>
          </a:lstStyle>
          <a:p xmlns:a="http://schemas.openxmlformats.org/drawingml/2006/main">
            <a:pPr algn="l">
              <a:lnSpc>
                <a:spcPct val="105000"/>
              </a:lnSpc>
              <a:buNone/>
              <a:defRPr sz="1050" b="1" i="0">
                <a:solidFill>
                  <a:srgbClr val="65728A"/>
                </a:solidFill>
              </a:defRPr>
            </a:pPr>
            <a:r>
              <a:rPr sz="1050" b="1" i="0">
                <a:solidFill>
                  <a:srgbClr val="65728A"/>
                </a:solidFill>
              </a:rPr>
              <a:t>RAG RETRIEVAL BENCHMARK</a:t>
            </a:r>
          </a:p>
        </p:txBody>
      </p:sp>
      <p:sp>
        <p:nvSpPr>
          <p:cNvPr id="5" name="">
            <a:extLst xmlns:a="http://schemas.openxmlformats.org/drawingml/2006/main">
              <a:ext uri="{FF2B5EF4-FFF2-40B4-BE49-F238E27FC236}">
                <a16:creationId xmlns:a16="http://schemas.microsoft.com/office/drawing/2014/main" id="{092E450D-70BB-41AF-B563-517682710385}"/>
              </a:ext>
            </a:extLst>
          </p:cNvPr>
          <p:cNvSpPr>
            <a:spLocks xmlns:a="http://schemas.openxmlformats.org/drawingml/2006/main" noGrp="1"/>
          </p:cNvSpPr>
          <p:nvPr/>
        </p:nvSpPr>
        <p:spPr>
          <a:xfrm xmlns:a="http://schemas.openxmlformats.org/drawingml/2006/main">
            <a:off x="10953750" y="64198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i="0">
                <a:solidFill>
                  <a:srgbClr val="65728A"/>
                </a:solidFill>
              </a:defRPr>
            </a:defPPr>
            <a:lvl1pPr algn="r">
              <a:defRPr sz="1200" b="1" i="0">
                <a:solidFill>
                  <a:srgbClr val="65728A"/>
                </a:solidFill>
              </a:defRPr>
            </a:lvl1pPr>
            <a:lvl2pPr algn="r">
              <a:defRPr sz="1200" b="1" i="0">
                <a:solidFill>
                  <a:srgbClr val="65728A"/>
                </a:solidFill>
              </a:defRPr>
            </a:lvl2pPr>
            <a:lvl3pPr algn="r">
              <a:defRPr sz="1200" b="1" i="0">
                <a:solidFill>
                  <a:srgbClr val="65728A"/>
                </a:solidFill>
              </a:defRPr>
            </a:lvl3pPr>
            <a:lvl4pPr algn="r">
              <a:defRPr sz="1200" b="1" i="0">
                <a:solidFill>
                  <a:srgbClr val="65728A"/>
                </a:solidFill>
              </a:defRPr>
            </a:lvl4pPr>
            <a:lvl5pPr algn="r">
              <a:defRPr sz="1200" b="1" i="0">
                <a:solidFill>
                  <a:srgbClr val="65728A"/>
                </a:solidFill>
              </a:defRPr>
            </a:lvl5pPr>
            <a:lvl6pPr algn="r">
              <a:defRPr sz="1200" b="1" i="0">
                <a:solidFill>
                  <a:srgbClr val="65728A"/>
                </a:solidFill>
              </a:defRPr>
            </a:lvl6pPr>
            <a:lvl7pPr algn="r">
              <a:defRPr sz="1200" b="1" i="0">
                <a:solidFill>
                  <a:srgbClr val="65728A"/>
                </a:solidFill>
              </a:defRPr>
            </a:lvl7pPr>
            <a:lvl8pPr algn="r">
              <a:defRPr sz="1200" b="1" i="0">
                <a:solidFill>
                  <a:srgbClr val="65728A"/>
                </a:solidFill>
              </a:defRPr>
            </a:lvl8pPr>
            <a:lvl9pPr algn="r">
              <a:defRPr sz="1200" b="1" i="0">
                <a:solidFill>
                  <a:srgbClr val="65728A"/>
                </a:solidFill>
              </a:defRPr>
            </a:lvl9pPr>
          </a:lstStyle>
          <a:p xmlns:a="http://schemas.openxmlformats.org/drawingml/2006/main">
            <a:pPr algn="r">
              <a:lnSpc>
                <a:spcPct val="105000"/>
              </a:lnSpc>
              <a:buNone/>
              <a:defRPr sz="1200" b="1" i="0">
                <a:solidFill>
                  <a:srgbClr val="65728A"/>
                </a:solidFill>
              </a:defRPr>
            </a:pPr>
            <a:r>
              <a:rPr sz="1200" b="1" i="0">
                <a:solidFill>
                  <a:srgbClr val="65728A"/>
                </a:solidFill>
              </a:rPr>
              <a:t>10</a:t>
            </a:r>
          </a:p>
        </p:txBody>
      </p:sp>
      <p:sp>
        <p:nvSpPr>
          <p:cNvPr id="6" name="">
            <a:extLst xmlns:a="http://schemas.openxmlformats.org/drawingml/2006/main">
              <a:ext uri="{FF2B5EF4-FFF2-40B4-BE49-F238E27FC236}">
                <a16:creationId xmlns:a16="http://schemas.microsoft.com/office/drawing/2014/main" id="{1B2053AE-EE26-45A7-B91B-F8DFAD292CE6}"/>
              </a:ext>
            </a:extLst>
          </p:cNvPr>
          <p:cNvSpPr>
            <a:spLocks xmlns:a="http://schemas.openxmlformats.org/drawingml/2006/main" noGrp="1"/>
          </p:cNvSpPr>
          <p:nvPr/>
        </p:nvSpPr>
        <p:spPr>
          <a:xfrm xmlns:a="http://schemas.openxmlformats.org/drawingml/2006/main">
            <a:off x="685800" y="150495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i="0">
                <a:solidFill>
                  <a:srgbClr val="263755"/>
                </a:solidFill>
              </a:defRPr>
            </a:defPPr>
            <a:lvl1pPr algn="l">
              <a:defRPr sz="1800" b="0" i="0">
                <a:solidFill>
                  <a:srgbClr val="263755"/>
                </a:solidFill>
              </a:defRPr>
            </a:lvl1pPr>
            <a:lvl2pPr algn="l">
              <a:defRPr sz="1800" b="0" i="0">
                <a:solidFill>
                  <a:srgbClr val="263755"/>
                </a:solidFill>
              </a:defRPr>
            </a:lvl2pPr>
            <a:lvl3pPr algn="l">
              <a:defRPr sz="1800" b="0" i="0">
                <a:solidFill>
                  <a:srgbClr val="263755"/>
                </a:solidFill>
              </a:defRPr>
            </a:lvl3pPr>
            <a:lvl4pPr algn="l">
              <a:defRPr sz="1800" b="0" i="0">
                <a:solidFill>
                  <a:srgbClr val="263755"/>
                </a:solidFill>
              </a:defRPr>
            </a:lvl4pPr>
            <a:lvl5pPr algn="l">
              <a:defRPr sz="1800" b="0" i="0">
                <a:solidFill>
                  <a:srgbClr val="263755"/>
                </a:solidFill>
              </a:defRPr>
            </a:lvl5pPr>
            <a:lvl6pPr algn="l">
              <a:defRPr sz="1800" b="0" i="0">
                <a:solidFill>
                  <a:srgbClr val="263755"/>
                </a:solidFill>
              </a:defRPr>
            </a:lvl6pPr>
            <a:lvl7pPr algn="l">
              <a:defRPr sz="1800" b="0" i="0">
                <a:solidFill>
                  <a:srgbClr val="263755"/>
                </a:solidFill>
              </a:defRPr>
            </a:lvl7pPr>
            <a:lvl8pPr algn="l">
              <a:defRPr sz="1800" b="0" i="0">
                <a:solidFill>
                  <a:srgbClr val="263755"/>
                </a:solidFill>
              </a:defRPr>
            </a:lvl8pPr>
            <a:lvl9pPr algn="l">
              <a:defRPr sz="1800" b="0" i="0">
                <a:solidFill>
                  <a:srgbClr val="263755"/>
                </a:solidFill>
              </a:defRPr>
            </a:lvl9pPr>
          </a:lstStyle>
          <a:p xmlns:a="http://schemas.openxmlformats.org/drawingml/2006/main">
            <a:pPr algn="l">
              <a:lnSpc>
                <a:spcPct val="105000"/>
              </a:lnSpc>
              <a:buNone/>
              <a:defRPr sz="1800" b="0" i="0">
                <a:solidFill>
                  <a:srgbClr val="263755"/>
                </a:solidFill>
              </a:defRPr>
            </a:pPr>
            <a:r>
              <a:rPr sz="1800" b="0" i="0">
                <a:solidFill>
                  <a:srgbClr val="263755"/>
                </a:solidFill>
              </a:rPr>
              <a:t>What is established at this project snapshot</a:t>
            </a:r>
          </a:p>
        </p:txBody>
      </p:sp>
      <p:sp>
        <p:nvSpPr>
          <p:cNvPr id="7" name="">
            <a:extLst xmlns:a="http://schemas.openxmlformats.org/drawingml/2006/main">
              <a:ext uri="{FF2B5EF4-FFF2-40B4-BE49-F238E27FC236}">
                <a16:creationId xmlns:a16="http://schemas.microsoft.com/office/drawing/2014/main" id="{CA6A7B8F-8DC7-45BB-A080-621D843C2D9D}"/>
              </a:ext>
            </a:extLst>
          </p:cNvPr>
          <p:cNvSpPr>
            <a:spLocks xmlns:a="http://schemas.openxmlformats.org/drawingml/2006/main" noGrp="1"/>
          </p:cNvSpPr>
          <p:nvPr/>
        </p:nvSpPr>
        <p:spPr>
          <a:xfrm xmlns:a="http://schemas.openxmlformats.org/drawingml/2006/main">
            <a:off x="800100" y="2247900"/>
            <a:ext cx="2571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5400" b="1" i="0">
                <a:solidFill>
                  <a:srgbClr val="278C8C"/>
                </a:solidFill>
              </a:defRPr>
            </a:defPPr>
            <a:lvl1pPr algn="l">
              <a:defRPr sz="5400" b="1" i="0">
                <a:solidFill>
                  <a:srgbClr val="278C8C"/>
                </a:solidFill>
              </a:defRPr>
            </a:lvl1pPr>
            <a:lvl2pPr algn="l">
              <a:defRPr sz="5400" b="1" i="0">
                <a:solidFill>
                  <a:srgbClr val="278C8C"/>
                </a:solidFill>
              </a:defRPr>
            </a:lvl2pPr>
            <a:lvl3pPr algn="l">
              <a:defRPr sz="5400" b="1" i="0">
                <a:solidFill>
                  <a:srgbClr val="278C8C"/>
                </a:solidFill>
              </a:defRPr>
            </a:lvl3pPr>
            <a:lvl4pPr algn="l">
              <a:defRPr sz="5400" b="1" i="0">
                <a:solidFill>
                  <a:srgbClr val="278C8C"/>
                </a:solidFill>
              </a:defRPr>
            </a:lvl4pPr>
            <a:lvl5pPr algn="l">
              <a:defRPr sz="5400" b="1" i="0">
                <a:solidFill>
                  <a:srgbClr val="278C8C"/>
                </a:solidFill>
              </a:defRPr>
            </a:lvl5pPr>
            <a:lvl6pPr algn="l">
              <a:defRPr sz="5400" b="1" i="0">
                <a:solidFill>
                  <a:srgbClr val="278C8C"/>
                </a:solidFill>
              </a:defRPr>
            </a:lvl6pPr>
            <a:lvl7pPr algn="l">
              <a:defRPr sz="5400" b="1" i="0">
                <a:solidFill>
                  <a:srgbClr val="278C8C"/>
                </a:solidFill>
              </a:defRPr>
            </a:lvl7pPr>
            <a:lvl8pPr algn="l">
              <a:defRPr sz="5400" b="1" i="0">
                <a:solidFill>
                  <a:srgbClr val="278C8C"/>
                </a:solidFill>
              </a:defRPr>
            </a:lvl8pPr>
            <a:lvl9pPr algn="l">
              <a:defRPr sz="5400" b="1" i="0">
                <a:solidFill>
                  <a:srgbClr val="278C8C"/>
                </a:solidFill>
              </a:defRPr>
            </a:lvl9pPr>
          </a:lstStyle>
          <a:p xmlns:a="http://schemas.openxmlformats.org/drawingml/2006/main">
            <a:pPr algn="l">
              <a:lnSpc>
                <a:spcPct val="105000"/>
              </a:lnSpc>
              <a:buNone/>
              <a:defRPr sz="5400" b="1" i="0">
                <a:solidFill>
                  <a:srgbClr val="278C8C"/>
                </a:solidFill>
              </a:defRPr>
            </a:pPr>
            <a:r>
              <a:rPr sz="5400" b="1" i="0">
                <a:solidFill>
                  <a:srgbClr val="278C8C"/>
                </a:solidFill>
              </a:rPr>
              <a:t>45</a:t>
            </a:r>
          </a:p>
        </p:txBody>
      </p:sp>
      <p:sp>
        <p:nvSpPr>
          <p:cNvPr id="8" name="">
            <a:extLst xmlns:a="http://schemas.openxmlformats.org/drawingml/2006/main">
              <a:ext uri="{FF2B5EF4-FFF2-40B4-BE49-F238E27FC236}">
                <a16:creationId xmlns:a16="http://schemas.microsoft.com/office/drawing/2014/main" id="{B7983ABE-F12E-4505-8F1C-AF8A6B41372C}"/>
              </a:ext>
            </a:extLst>
          </p:cNvPr>
          <p:cNvSpPr>
            <a:spLocks xmlns:a="http://schemas.openxmlformats.org/drawingml/2006/main" noGrp="1"/>
          </p:cNvSpPr>
          <p:nvPr/>
        </p:nvSpPr>
        <p:spPr>
          <a:xfrm xmlns:a="http://schemas.openxmlformats.org/drawingml/2006/main">
            <a:off x="800100" y="3238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i="0">
                <a:solidFill>
                  <a:srgbClr val="14233F"/>
                </a:solidFill>
              </a:defRPr>
            </a:defPPr>
            <a:lvl1pPr algn="l">
              <a:defRPr sz="1725" b="1" i="0">
                <a:solidFill>
                  <a:srgbClr val="14233F"/>
                </a:solidFill>
              </a:defRPr>
            </a:lvl1pPr>
            <a:lvl2pPr algn="l">
              <a:defRPr sz="1725" b="1" i="0">
                <a:solidFill>
                  <a:srgbClr val="14233F"/>
                </a:solidFill>
              </a:defRPr>
            </a:lvl2pPr>
            <a:lvl3pPr algn="l">
              <a:defRPr sz="1725" b="1" i="0">
                <a:solidFill>
                  <a:srgbClr val="14233F"/>
                </a:solidFill>
              </a:defRPr>
            </a:lvl3pPr>
            <a:lvl4pPr algn="l">
              <a:defRPr sz="1725" b="1" i="0">
                <a:solidFill>
                  <a:srgbClr val="14233F"/>
                </a:solidFill>
              </a:defRPr>
            </a:lvl4pPr>
            <a:lvl5pPr algn="l">
              <a:defRPr sz="1725" b="1" i="0">
                <a:solidFill>
                  <a:srgbClr val="14233F"/>
                </a:solidFill>
              </a:defRPr>
            </a:lvl5pPr>
            <a:lvl6pPr algn="l">
              <a:defRPr sz="1725" b="1" i="0">
                <a:solidFill>
                  <a:srgbClr val="14233F"/>
                </a:solidFill>
              </a:defRPr>
            </a:lvl6pPr>
            <a:lvl7pPr algn="l">
              <a:defRPr sz="1725" b="1" i="0">
                <a:solidFill>
                  <a:srgbClr val="14233F"/>
                </a:solidFill>
              </a:defRPr>
            </a:lvl7pPr>
            <a:lvl8pPr algn="l">
              <a:defRPr sz="1725" b="1" i="0">
                <a:solidFill>
                  <a:srgbClr val="14233F"/>
                </a:solidFill>
              </a:defRPr>
            </a:lvl8pPr>
            <a:lvl9pPr algn="l">
              <a:defRPr sz="1725" b="1" i="0">
                <a:solidFill>
                  <a:srgbClr val="14233F"/>
                </a:solidFill>
              </a:defRPr>
            </a:lvl9pPr>
          </a:lstStyle>
          <a:p xmlns:a="http://schemas.openxmlformats.org/drawingml/2006/main">
            <a:pPr algn="l">
              <a:lnSpc>
                <a:spcPct val="105000"/>
              </a:lnSpc>
              <a:buNone/>
              <a:defRPr sz="1725" b="1" i="0">
                <a:solidFill>
                  <a:srgbClr val="14233F"/>
                </a:solidFill>
              </a:defRPr>
            </a:pPr>
            <a:r>
              <a:rPr sz="1725" b="1" i="0">
                <a:solidFill>
                  <a:srgbClr val="14233F"/>
                </a:solidFill>
              </a:rPr>
              <a:t>papers available locally</a:t>
            </a:r>
          </a:p>
        </p:txBody>
      </p:sp>
      <p:sp>
        <p:nvSpPr>
          <p:cNvPr id="9" name="">
            <a:extLst xmlns:a="http://schemas.openxmlformats.org/drawingml/2006/main">
              <a:ext uri="{FF2B5EF4-FFF2-40B4-BE49-F238E27FC236}">
                <a16:creationId xmlns:a16="http://schemas.microsoft.com/office/drawing/2014/main" id="{CC3B7785-10F6-4CF6-899D-A8540AAC3C96}"/>
              </a:ext>
            </a:extLst>
          </p:cNvPr>
          <p:cNvSpPr>
            <a:spLocks xmlns:a="http://schemas.openxmlformats.org/drawingml/2006/main" noGrp="1"/>
          </p:cNvSpPr>
          <p:nvPr/>
        </p:nvSpPr>
        <p:spPr>
          <a:xfrm xmlns:a="http://schemas.openxmlformats.org/drawingml/2006/main">
            <a:off x="800100" y="373380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i="0">
                <a:solidFill>
                  <a:srgbClr val="65728A"/>
                </a:solidFill>
              </a:defRPr>
            </a:defPPr>
            <a:lvl1pPr algn="l">
              <a:defRPr sz="1425" b="0" i="0">
                <a:solidFill>
                  <a:srgbClr val="65728A"/>
                </a:solidFill>
              </a:defRPr>
            </a:lvl1pPr>
            <a:lvl2pPr algn="l">
              <a:defRPr sz="1425" b="0" i="0">
                <a:solidFill>
                  <a:srgbClr val="65728A"/>
                </a:solidFill>
              </a:defRPr>
            </a:lvl2pPr>
            <a:lvl3pPr algn="l">
              <a:defRPr sz="1425" b="0" i="0">
                <a:solidFill>
                  <a:srgbClr val="65728A"/>
                </a:solidFill>
              </a:defRPr>
            </a:lvl3pPr>
            <a:lvl4pPr algn="l">
              <a:defRPr sz="1425" b="0" i="0">
                <a:solidFill>
                  <a:srgbClr val="65728A"/>
                </a:solidFill>
              </a:defRPr>
            </a:lvl4pPr>
            <a:lvl5pPr algn="l">
              <a:defRPr sz="1425" b="0" i="0">
                <a:solidFill>
                  <a:srgbClr val="65728A"/>
                </a:solidFill>
              </a:defRPr>
            </a:lvl5pPr>
            <a:lvl6pPr algn="l">
              <a:defRPr sz="1425" b="0" i="0">
                <a:solidFill>
                  <a:srgbClr val="65728A"/>
                </a:solidFill>
              </a:defRPr>
            </a:lvl6pPr>
            <a:lvl7pPr algn="l">
              <a:defRPr sz="1425" b="0" i="0">
                <a:solidFill>
                  <a:srgbClr val="65728A"/>
                </a:solidFill>
              </a:defRPr>
            </a:lvl7pPr>
            <a:lvl8pPr algn="l">
              <a:defRPr sz="1425" b="0" i="0">
                <a:solidFill>
                  <a:srgbClr val="65728A"/>
                </a:solidFill>
              </a:defRPr>
            </a:lvl8pPr>
            <a:lvl9pPr algn="l">
              <a:defRPr sz="1425" b="0" i="0">
                <a:solidFill>
                  <a:srgbClr val="65728A"/>
                </a:solidFill>
              </a:defRPr>
            </a:lvl9pPr>
          </a:lstStyle>
          <a:p xmlns:a="http://schemas.openxmlformats.org/drawingml/2006/main">
            <a:pPr algn="l">
              <a:lnSpc>
                <a:spcPct val="105000"/>
              </a:lnSpc>
              <a:buNone/>
              <a:defRPr sz="1425" b="0" i="0">
                <a:solidFill>
                  <a:srgbClr val="65728A"/>
                </a:solidFill>
              </a:defRPr>
            </a:pPr>
            <a:r>
              <a:rPr sz="1425" b="0" i="0">
                <a:solidFill>
                  <a:srgbClr val="65728A"/>
                </a:solidFill>
              </a:rPr>
              <a:t>The current Hindi/Indic collection</a:t>
            </a:r>
          </a:p>
        </p:txBody>
      </p:sp>
      <p:sp>
        <p:nvSpPr>
          <p:cNvPr id="10" name="">
            <a:extLst xmlns:a="http://schemas.openxmlformats.org/drawingml/2006/main">
              <a:ext uri="{FF2B5EF4-FFF2-40B4-BE49-F238E27FC236}">
                <a16:creationId xmlns:a16="http://schemas.microsoft.com/office/drawing/2014/main" id="{166A846E-4165-40F1-849A-AD88D338CD87}"/>
              </a:ext>
            </a:extLst>
          </p:cNvPr>
          <p:cNvSpPr>
            <a:spLocks xmlns:a="http://schemas.openxmlformats.org/drawingml/2006/main" noGrp="1"/>
          </p:cNvSpPr>
          <p:nvPr/>
        </p:nvSpPr>
        <p:spPr>
          <a:xfrm xmlns:a="http://schemas.openxmlformats.org/drawingml/2006/main">
            <a:off x="4343400" y="2247900"/>
            <a:ext cx="2571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5400" b="1" i="0">
                <a:solidFill>
                  <a:srgbClr val="D89A35"/>
                </a:solidFill>
              </a:defRPr>
            </a:defPPr>
            <a:lvl1pPr algn="l">
              <a:defRPr sz="5400" b="1" i="0">
                <a:solidFill>
                  <a:srgbClr val="D89A35"/>
                </a:solidFill>
              </a:defRPr>
            </a:lvl1pPr>
            <a:lvl2pPr algn="l">
              <a:defRPr sz="5400" b="1" i="0">
                <a:solidFill>
                  <a:srgbClr val="D89A35"/>
                </a:solidFill>
              </a:defRPr>
            </a:lvl2pPr>
            <a:lvl3pPr algn="l">
              <a:defRPr sz="5400" b="1" i="0">
                <a:solidFill>
                  <a:srgbClr val="D89A35"/>
                </a:solidFill>
              </a:defRPr>
            </a:lvl3pPr>
            <a:lvl4pPr algn="l">
              <a:defRPr sz="5400" b="1" i="0">
                <a:solidFill>
                  <a:srgbClr val="D89A35"/>
                </a:solidFill>
              </a:defRPr>
            </a:lvl4pPr>
            <a:lvl5pPr algn="l">
              <a:defRPr sz="5400" b="1" i="0">
                <a:solidFill>
                  <a:srgbClr val="D89A35"/>
                </a:solidFill>
              </a:defRPr>
            </a:lvl5pPr>
            <a:lvl6pPr algn="l">
              <a:defRPr sz="5400" b="1" i="0">
                <a:solidFill>
                  <a:srgbClr val="D89A35"/>
                </a:solidFill>
              </a:defRPr>
            </a:lvl6pPr>
            <a:lvl7pPr algn="l">
              <a:defRPr sz="5400" b="1" i="0">
                <a:solidFill>
                  <a:srgbClr val="D89A35"/>
                </a:solidFill>
              </a:defRPr>
            </a:lvl7pPr>
            <a:lvl8pPr algn="l">
              <a:defRPr sz="5400" b="1" i="0">
                <a:solidFill>
                  <a:srgbClr val="D89A35"/>
                </a:solidFill>
              </a:defRPr>
            </a:lvl8pPr>
            <a:lvl9pPr algn="l">
              <a:defRPr sz="5400" b="1" i="0">
                <a:solidFill>
                  <a:srgbClr val="D89A35"/>
                </a:solidFill>
              </a:defRPr>
            </a:lvl9pPr>
          </a:lstStyle>
          <a:p xmlns:a="http://schemas.openxmlformats.org/drawingml/2006/main">
            <a:pPr algn="l">
              <a:lnSpc>
                <a:spcPct val="105000"/>
              </a:lnSpc>
              <a:buNone/>
              <a:defRPr sz="5400" b="1" i="0">
                <a:solidFill>
                  <a:srgbClr val="D89A35"/>
                </a:solidFill>
              </a:defRPr>
            </a:pPr>
            <a:r>
              <a:rPr sz="5400" b="1" i="0">
                <a:solidFill>
                  <a:srgbClr val="D89A35"/>
                </a:solidFill>
              </a:rPr>
              <a:t>45</a:t>
            </a:r>
          </a:p>
        </p:txBody>
      </p:sp>
      <p:sp>
        <p:nvSpPr>
          <p:cNvPr id="11" name="">
            <a:extLst xmlns:a="http://schemas.openxmlformats.org/drawingml/2006/main">
              <a:ext uri="{FF2B5EF4-FFF2-40B4-BE49-F238E27FC236}">
                <a16:creationId xmlns:a16="http://schemas.microsoft.com/office/drawing/2014/main" id="{C0D2050E-880C-4BE2-AC11-192EB8F4459B}"/>
              </a:ext>
            </a:extLst>
          </p:cNvPr>
          <p:cNvSpPr>
            <a:spLocks xmlns:a="http://schemas.openxmlformats.org/drawingml/2006/main" noGrp="1"/>
          </p:cNvSpPr>
          <p:nvPr/>
        </p:nvSpPr>
        <p:spPr>
          <a:xfrm xmlns:a="http://schemas.openxmlformats.org/drawingml/2006/main">
            <a:off x="4343400" y="3238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i="0">
                <a:solidFill>
                  <a:srgbClr val="14233F"/>
                </a:solidFill>
              </a:defRPr>
            </a:defPPr>
            <a:lvl1pPr algn="l">
              <a:defRPr sz="1725" b="1" i="0">
                <a:solidFill>
                  <a:srgbClr val="14233F"/>
                </a:solidFill>
              </a:defRPr>
            </a:lvl1pPr>
            <a:lvl2pPr algn="l">
              <a:defRPr sz="1725" b="1" i="0">
                <a:solidFill>
                  <a:srgbClr val="14233F"/>
                </a:solidFill>
              </a:defRPr>
            </a:lvl2pPr>
            <a:lvl3pPr algn="l">
              <a:defRPr sz="1725" b="1" i="0">
                <a:solidFill>
                  <a:srgbClr val="14233F"/>
                </a:solidFill>
              </a:defRPr>
            </a:lvl3pPr>
            <a:lvl4pPr algn="l">
              <a:defRPr sz="1725" b="1" i="0">
                <a:solidFill>
                  <a:srgbClr val="14233F"/>
                </a:solidFill>
              </a:defRPr>
            </a:lvl4pPr>
            <a:lvl5pPr algn="l">
              <a:defRPr sz="1725" b="1" i="0">
                <a:solidFill>
                  <a:srgbClr val="14233F"/>
                </a:solidFill>
              </a:defRPr>
            </a:lvl5pPr>
            <a:lvl6pPr algn="l">
              <a:defRPr sz="1725" b="1" i="0">
                <a:solidFill>
                  <a:srgbClr val="14233F"/>
                </a:solidFill>
              </a:defRPr>
            </a:lvl6pPr>
            <a:lvl7pPr algn="l">
              <a:defRPr sz="1725" b="1" i="0">
                <a:solidFill>
                  <a:srgbClr val="14233F"/>
                </a:solidFill>
              </a:defRPr>
            </a:lvl7pPr>
            <a:lvl8pPr algn="l">
              <a:defRPr sz="1725" b="1" i="0">
                <a:solidFill>
                  <a:srgbClr val="14233F"/>
                </a:solidFill>
              </a:defRPr>
            </a:lvl8pPr>
            <a:lvl9pPr algn="l">
              <a:defRPr sz="1725" b="1" i="0">
                <a:solidFill>
                  <a:srgbClr val="14233F"/>
                </a:solidFill>
              </a:defRPr>
            </a:lvl9pPr>
          </a:lstStyle>
          <a:p xmlns:a="http://schemas.openxmlformats.org/drawingml/2006/main">
            <a:pPr algn="l">
              <a:lnSpc>
                <a:spcPct val="105000"/>
              </a:lnSpc>
              <a:buNone/>
              <a:defRPr sz="1725" b="1" i="0">
                <a:solidFill>
                  <a:srgbClr val="14233F"/>
                </a:solidFill>
              </a:defRPr>
            </a:pPr>
            <a:r>
              <a:rPr sz="1725" b="1" i="0">
                <a:solidFill>
                  <a:srgbClr val="14233F"/>
                </a:solidFill>
              </a:rPr>
              <a:t>source-first questions</a:t>
            </a:r>
          </a:p>
        </p:txBody>
      </p:sp>
      <p:sp>
        <p:nvSpPr>
          <p:cNvPr id="12" name="">
            <a:extLst xmlns:a="http://schemas.openxmlformats.org/drawingml/2006/main">
              <a:ext uri="{FF2B5EF4-FFF2-40B4-BE49-F238E27FC236}">
                <a16:creationId xmlns:a16="http://schemas.microsoft.com/office/drawing/2014/main" id="{F8E539A7-FDD2-47B5-AB65-C08836682809}"/>
              </a:ext>
            </a:extLst>
          </p:cNvPr>
          <p:cNvSpPr>
            <a:spLocks xmlns:a="http://schemas.openxmlformats.org/drawingml/2006/main" noGrp="1"/>
          </p:cNvSpPr>
          <p:nvPr/>
        </p:nvSpPr>
        <p:spPr>
          <a:xfrm xmlns:a="http://schemas.openxmlformats.org/drawingml/2006/main">
            <a:off x="4343400" y="373380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i="0">
                <a:solidFill>
                  <a:srgbClr val="65728A"/>
                </a:solidFill>
              </a:defRPr>
            </a:defPPr>
            <a:lvl1pPr algn="l">
              <a:defRPr sz="1425" b="0" i="0">
                <a:solidFill>
                  <a:srgbClr val="65728A"/>
                </a:solidFill>
              </a:defRPr>
            </a:lvl1pPr>
            <a:lvl2pPr algn="l">
              <a:defRPr sz="1425" b="0" i="0">
                <a:solidFill>
                  <a:srgbClr val="65728A"/>
                </a:solidFill>
              </a:defRPr>
            </a:lvl2pPr>
            <a:lvl3pPr algn="l">
              <a:defRPr sz="1425" b="0" i="0">
                <a:solidFill>
                  <a:srgbClr val="65728A"/>
                </a:solidFill>
              </a:defRPr>
            </a:lvl3pPr>
            <a:lvl4pPr algn="l">
              <a:defRPr sz="1425" b="0" i="0">
                <a:solidFill>
                  <a:srgbClr val="65728A"/>
                </a:solidFill>
              </a:defRPr>
            </a:lvl4pPr>
            <a:lvl5pPr algn="l">
              <a:defRPr sz="1425" b="0" i="0">
                <a:solidFill>
                  <a:srgbClr val="65728A"/>
                </a:solidFill>
              </a:defRPr>
            </a:lvl5pPr>
            <a:lvl6pPr algn="l">
              <a:defRPr sz="1425" b="0" i="0">
                <a:solidFill>
                  <a:srgbClr val="65728A"/>
                </a:solidFill>
              </a:defRPr>
            </a:lvl6pPr>
            <a:lvl7pPr algn="l">
              <a:defRPr sz="1425" b="0" i="0">
                <a:solidFill>
                  <a:srgbClr val="65728A"/>
                </a:solidFill>
              </a:defRPr>
            </a:lvl7pPr>
            <a:lvl8pPr algn="l">
              <a:defRPr sz="1425" b="0" i="0">
                <a:solidFill>
                  <a:srgbClr val="65728A"/>
                </a:solidFill>
              </a:defRPr>
            </a:lvl8pPr>
            <a:lvl9pPr algn="l">
              <a:defRPr sz="1425" b="0" i="0">
                <a:solidFill>
                  <a:srgbClr val="65728A"/>
                </a:solidFill>
              </a:defRPr>
            </a:lvl9pPr>
          </a:lstStyle>
          <a:p xmlns:a="http://schemas.openxmlformats.org/drawingml/2006/main">
            <a:pPr algn="l">
              <a:lnSpc>
                <a:spcPct val="105000"/>
              </a:lnSpc>
              <a:buNone/>
              <a:defRPr sz="1425" b="0" i="0">
                <a:solidFill>
                  <a:srgbClr val="65728A"/>
                </a:solidFill>
              </a:defRPr>
            </a:pPr>
            <a:r>
              <a:rPr sz="1425" b="0" i="0">
                <a:solidFill>
                  <a:srgbClr val="65728A"/>
                </a:solidFill>
              </a:rPr>
              <a:t>Gold passage checked against its paper</a:t>
            </a:r>
          </a:p>
        </p:txBody>
      </p:sp>
      <p:sp>
        <p:nvSpPr>
          <p:cNvPr id="13" name="">
            <a:extLst xmlns:a="http://schemas.openxmlformats.org/drawingml/2006/main">
              <a:ext uri="{FF2B5EF4-FFF2-40B4-BE49-F238E27FC236}">
                <a16:creationId xmlns:a16="http://schemas.microsoft.com/office/drawing/2014/main" id="{3CF77198-002A-492D-AAC0-746F5465D481}"/>
              </a:ext>
            </a:extLst>
          </p:cNvPr>
          <p:cNvSpPr>
            <a:spLocks xmlns:a="http://schemas.openxmlformats.org/drawingml/2006/main" noGrp="1"/>
          </p:cNvSpPr>
          <p:nvPr/>
        </p:nvSpPr>
        <p:spPr>
          <a:xfrm xmlns:a="http://schemas.openxmlformats.org/drawingml/2006/main">
            <a:off x="7886700" y="2247900"/>
            <a:ext cx="2571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5400" b="1" i="0">
                <a:solidFill>
                  <a:srgbClr val="278C8C"/>
                </a:solidFill>
              </a:defRPr>
            </a:defPPr>
            <a:lvl1pPr algn="l">
              <a:defRPr sz="5400" b="1" i="0">
                <a:solidFill>
                  <a:srgbClr val="278C8C"/>
                </a:solidFill>
              </a:defRPr>
            </a:lvl1pPr>
            <a:lvl2pPr algn="l">
              <a:defRPr sz="5400" b="1" i="0">
                <a:solidFill>
                  <a:srgbClr val="278C8C"/>
                </a:solidFill>
              </a:defRPr>
            </a:lvl2pPr>
            <a:lvl3pPr algn="l">
              <a:defRPr sz="5400" b="1" i="0">
                <a:solidFill>
                  <a:srgbClr val="278C8C"/>
                </a:solidFill>
              </a:defRPr>
            </a:lvl3pPr>
            <a:lvl4pPr algn="l">
              <a:defRPr sz="5400" b="1" i="0">
                <a:solidFill>
                  <a:srgbClr val="278C8C"/>
                </a:solidFill>
              </a:defRPr>
            </a:lvl4pPr>
            <a:lvl5pPr algn="l">
              <a:defRPr sz="5400" b="1" i="0">
                <a:solidFill>
                  <a:srgbClr val="278C8C"/>
                </a:solidFill>
              </a:defRPr>
            </a:lvl5pPr>
            <a:lvl6pPr algn="l">
              <a:defRPr sz="5400" b="1" i="0">
                <a:solidFill>
                  <a:srgbClr val="278C8C"/>
                </a:solidFill>
              </a:defRPr>
            </a:lvl6pPr>
            <a:lvl7pPr algn="l">
              <a:defRPr sz="5400" b="1" i="0">
                <a:solidFill>
                  <a:srgbClr val="278C8C"/>
                </a:solidFill>
              </a:defRPr>
            </a:lvl7pPr>
            <a:lvl8pPr algn="l">
              <a:defRPr sz="5400" b="1" i="0">
                <a:solidFill>
                  <a:srgbClr val="278C8C"/>
                </a:solidFill>
              </a:defRPr>
            </a:lvl8pPr>
            <a:lvl9pPr algn="l">
              <a:defRPr sz="5400" b="1" i="0">
                <a:solidFill>
                  <a:srgbClr val="278C8C"/>
                </a:solidFill>
              </a:defRPr>
            </a:lvl9pPr>
          </a:lstStyle>
          <a:p xmlns:a="http://schemas.openxmlformats.org/drawingml/2006/main">
            <a:pPr algn="l">
              <a:lnSpc>
                <a:spcPct val="105000"/>
              </a:lnSpc>
              <a:buNone/>
              <a:defRPr sz="5400" b="1" i="0">
                <a:solidFill>
                  <a:srgbClr val="278C8C"/>
                </a:solidFill>
              </a:defRPr>
            </a:pPr>
            <a:r>
              <a:rPr sz="5400" b="1" i="0">
                <a:solidFill>
                  <a:srgbClr val="278C8C"/>
                </a:solidFill>
              </a:rPr>
              <a:t>v4</a:t>
            </a:r>
          </a:p>
        </p:txBody>
      </p:sp>
      <p:sp>
        <p:nvSpPr>
          <p:cNvPr id="14" name="">
            <a:extLst xmlns:a="http://schemas.openxmlformats.org/drawingml/2006/main">
              <a:ext uri="{FF2B5EF4-FFF2-40B4-BE49-F238E27FC236}">
                <a16:creationId xmlns:a16="http://schemas.microsoft.com/office/drawing/2014/main" id="{41EEC246-981A-4DB7-B9A8-AEB52489BA07}"/>
              </a:ext>
            </a:extLst>
          </p:cNvPr>
          <p:cNvSpPr>
            <a:spLocks xmlns:a="http://schemas.openxmlformats.org/drawingml/2006/main" noGrp="1"/>
          </p:cNvSpPr>
          <p:nvPr/>
        </p:nvSpPr>
        <p:spPr>
          <a:xfrm xmlns:a="http://schemas.openxmlformats.org/drawingml/2006/main">
            <a:off x="7886700" y="3238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i="0">
                <a:solidFill>
                  <a:srgbClr val="14233F"/>
                </a:solidFill>
              </a:defRPr>
            </a:defPPr>
            <a:lvl1pPr algn="l">
              <a:defRPr sz="1725" b="1" i="0">
                <a:solidFill>
                  <a:srgbClr val="14233F"/>
                </a:solidFill>
              </a:defRPr>
            </a:lvl1pPr>
            <a:lvl2pPr algn="l">
              <a:defRPr sz="1725" b="1" i="0">
                <a:solidFill>
                  <a:srgbClr val="14233F"/>
                </a:solidFill>
              </a:defRPr>
            </a:lvl2pPr>
            <a:lvl3pPr algn="l">
              <a:defRPr sz="1725" b="1" i="0">
                <a:solidFill>
                  <a:srgbClr val="14233F"/>
                </a:solidFill>
              </a:defRPr>
            </a:lvl3pPr>
            <a:lvl4pPr algn="l">
              <a:defRPr sz="1725" b="1" i="0">
                <a:solidFill>
                  <a:srgbClr val="14233F"/>
                </a:solidFill>
              </a:defRPr>
            </a:lvl4pPr>
            <a:lvl5pPr algn="l">
              <a:defRPr sz="1725" b="1" i="0">
                <a:solidFill>
                  <a:srgbClr val="14233F"/>
                </a:solidFill>
              </a:defRPr>
            </a:lvl5pPr>
            <a:lvl6pPr algn="l">
              <a:defRPr sz="1725" b="1" i="0">
                <a:solidFill>
                  <a:srgbClr val="14233F"/>
                </a:solidFill>
              </a:defRPr>
            </a:lvl6pPr>
            <a:lvl7pPr algn="l">
              <a:defRPr sz="1725" b="1" i="0">
                <a:solidFill>
                  <a:srgbClr val="14233F"/>
                </a:solidFill>
              </a:defRPr>
            </a:lvl7pPr>
            <a:lvl8pPr algn="l">
              <a:defRPr sz="1725" b="1" i="0">
                <a:solidFill>
                  <a:srgbClr val="14233F"/>
                </a:solidFill>
              </a:defRPr>
            </a:lvl8pPr>
            <a:lvl9pPr algn="l">
              <a:defRPr sz="1725" b="1" i="0">
                <a:solidFill>
                  <a:srgbClr val="14233F"/>
                </a:solidFill>
              </a:defRPr>
            </a:lvl9pPr>
          </a:lstStyle>
          <a:p xmlns:a="http://schemas.openxmlformats.org/drawingml/2006/main">
            <a:pPr algn="l">
              <a:lnSpc>
                <a:spcPct val="105000"/>
              </a:lnSpc>
              <a:buNone/>
              <a:defRPr sz="1725" b="1" i="0">
                <a:solidFill>
                  <a:srgbClr val="14233F"/>
                </a:solidFill>
              </a:defRPr>
            </a:pPr>
            <a:r>
              <a:rPr sz="1725" b="1" i="0">
                <a:solidFill>
                  <a:srgbClr val="14233F"/>
                </a:solidFill>
              </a:rPr>
              <a:t>indexing contract</a:t>
            </a:r>
          </a:p>
        </p:txBody>
      </p:sp>
      <p:sp>
        <p:nvSpPr>
          <p:cNvPr id="15" name="">
            <a:extLst xmlns:a="http://schemas.openxmlformats.org/drawingml/2006/main">
              <a:ext uri="{FF2B5EF4-FFF2-40B4-BE49-F238E27FC236}">
                <a16:creationId xmlns:a16="http://schemas.microsoft.com/office/drawing/2014/main" id="{31C413E7-F796-4C2F-8F52-4421D7CAB5B1}"/>
              </a:ext>
            </a:extLst>
          </p:cNvPr>
          <p:cNvSpPr>
            <a:spLocks xmlns:a="http://schemas.openxmlformats.org/drawingml/2006/main" noGrp="1"/>
          </p:cNvSpPr>
          <p:nvPr/>
        </p:nvSpPr>
        <p:spPr>
          <a:xfrm xmlns:a="http://schemas.openxmlformats.org/drawingml/2006/main">
            <a:off x="7886700" y="373380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i="0">
                <a:solidFill>
                  <a:srgbClr val="65728A"/>
                </a:solidFill>
              </a:defRPr>
            </a:defPPr>
            <a:lvl1pPr algn="l">
              <a:defRPr sz="1425" b="0" i="0">
                <a:solidFill>
                  <a:srgbClr val="65728A"/>
                </a:solidFill>
              </a:defRPr>
            </a:lvl1pPr>
            <a:lvl2pPr algn="l">
              <a:defRPr sz="1425" b="0" i="0">
                <a:solidFill>
                  <a:srgbClr val="65728A"/>
                </a:solidFill>
              </a:defRPr>
            </a:lvl2pPr>
            <a:lvl3pPr algn="l">
              <a:defRPr sz="1425" b="0" i="0">
                <a:solidFill>
                  <a:srgbClr val="65728A"/>
                </a:solidFill>
              </a:defRPr>
            </a:lvl3pPr>
            <a:lvl4pPr algn="l">
              <a:defRPr sz="1425" b="0" i="0">
                <a:solidFill>
                  <a:srgbClr val="65728A"/>
                </a:solidFill>
              </a:defRPr>
            </a:lvl4pPr>
            <a:lvl5pPr algn="l">
              <a:defRPr sz="1425" b="0" i="0">
                <a:solidFill>
                  <a:srgbClr val="65728A"/>
                </a:solidFill>
              </a:defRPr>
            </a:lvl5pPr>
            <a:lvl6pPr algn="l">
              <a:defRPr sz="1425" b="0" i="0">
                <a:solidFill>
                  <a:srgbClr val="65728A"/>
                </a:solidFill>
              </a:defRPr>
            </a:lvl6pPr>
            <a:lvl7pPr algn="l">
              <a:defRPr sz="1425" b="0" i="0">
                <a:solidFill>
                  <a:srgbClr val="65728A"/>
                </a:solidFill>
              </a:defRPr>
            </a:lvl7pPr>
            <a:lvl8pPr algn="l">
              <a:defRPr sz="1425" b="0" i="0">
                <a:solidFill>
                  <a:srgbClr val="65728A"/>
                </a:solidFill>
              </a:defRPr>
            </a:lvl8pPr>
            <a:lvl9pPr algn="l">
              <a:defRPr sz="1425" b="0" i="0">
                <a:solidFill>
                  <a:srgbClr val="65728A"/>
                </a:solidFill>
              </a:defRPr>
            </a:lvl9pPr>
          </a:lstStyle>
          <a:p xmlns:a="http://schemas.openxmlformats.org/drawingml/2006/main">
            <a:pPr algn="l">
              <a:lnSpc>
                <a:spcPct val="105000"/>
              </a:lnSpc>
              <a:buNone/>
              <a:defRPr sz="1425" b="0" i="0">
                <a:solidFill>
                  <a:srgbClr val="65728A"/>
                </a:solidFill>
              </a:defRPr>
            </a:pPr>
            <a:r>
              <a:rPr sz="1425" b="0" i="0">
                <a:solidFill>
                  <a:srgbClr val="65728A"/>
                </a:solidFill>
              </a:rPr>
              <a:t>Corrected model-window setup</a:t>
            </a:r>
          </a:p>
        </p:txBody>
      </p:sp>
      <p:sp>
        <p:nvSpPr>
          <p:cNvPr id="16" name="">
            <a:extLst xmlns:a="http://schemas.openxmlformats.org/drawingml/2006/main">
              <a:ext uri="{FF2B5EF4-FFF2-40B4-BE49-F238E27FC236}">
                <a16:creationId xmlns:a16="http://schemas.microsoft.com/office/drawing/2014/main" id="{A84224B7-0F66-4985-B745-DCF8B6B35608}"/>
              </a:ext>
            </a:extLst>
          </p:cNvPr>
          <p:cNvSpPr>
            <a:spLocks xmlns:a="http://schemas.openxmlformats.org/drawingml/2006/main" noGrp="1"/>
          </p:cNvSpPr>
          <p:nvPr/>
        </p:nvSpPr>
        <p:spPr>
          <a:xfrm xmlns:a="http://schemas.openxmlformats.org/drawingml/2006/main">
            <a:off x="800100" y="4686300"/>
            <a:ext cx="10334625"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39C157C-D8A2-4D3A-95E4-A14F82064230}"/>
              </a:ext>
            </a:extLst>
          </p:cNvPr>
          <p:cNvSpPr>
            <a:spLocks xmlns:a="http://schemas.openxmlformats.org/drawingml/2006/main" noGrp="1"/>
          </p:cNvSpPr>
          <p:nvPr/>
        </p:nvSpPr>
        <p:spPr>
          <a:xfrm xmlns:a="http://schemas.openxmlformats.org/drawingml/2006/main">
            <a:off x="800100" y="5010150"/>
            <a:ext cx="57150" cy="819150"/>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A51C87B-C17D-414D-9708-05D5AFD2FECC}"/>
              </a:ext>
            </a:extLst>
          </p:cNvPr>
          <p:cNvSpPr>
            <a:spLocks xmlns:a="http://schemas.openxmlformats.org/drawingml/2006/main" noGrp="1"/>
          </p:cNvSpPr>
          <p:nvPr/>
        </p:nvSpPr>
        <p:spPr>
          <a:xfrm xmlns:a="http://schemas.openxmlformats.org/drawingml/2006/main">
            <a:off x="1047750" y="5010150"/>
            <a:ext cx="838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i="0">
                <a:solidFill>
                  <a:srgbClr val="14233F"/>
                </a:solidFill>
              </a:defRPr>
            </a:defPPr>
            <a:lvl1pPr algn="l">
              <a:defRPr sz="1875" b="1" i="0">
                <a:solidFill>
                  <a:srgbClr val="14233F"/>
                </a:solidFill>
              </a:defRPr>
            </a:lvl1pPr>
            <a:lvl2pPr algn="l">
              <a:defRPr sz="1875" b="1" i="0">
                <a:solidFill>
                  <a:srgbClr val="14233F"/>
                </a:solidFill>
              </a:defRPr>
            </a:lvl2pPr>
            <a:lvl3pPr algn="l">
              <a:defRPr sz="1875" b="1" i="0">
                <a:solidFill>
                  <a:srgbClr val="14233F"/>
                </a:solidFill>
              </a:defRPr>
            </a:lvl3pPr>
            <a:lvl4pPr algn="l">
              <a:defRPr sz="1875" b="1" i="0">
                <a:solidFill>
                  <a:srgbClr val="14233F"/>
                </a:solidFill>
              </a:defRPr>
            </a:lvl4pPr>
            <a:lvl5pPr algn="l">
              <a:defRPr sz="1875" b="1" i="0">
                <a:solidFill>
                  <a:srgbClr val="14233F"/>
                </a:solidFill>
              </a:defRPr>
            </a:lvl5pPr>
            <a:lvl6pPr algn="l">
              <a:defRPr sz="1875" b="1" i="0">
                <a:solidFill>
                  <a:srgbClr val="14233F"/>
                </a:solidFill>
              </a:defRPr>
            </a:lvl6pPr>
            <a:lvl7pPr algn="l">
              <a:defRPr sz="1875" b="1" i="0">
                <a:solidFill>
                  <a:srgbClr val="14233F"/>
                </a:solidFill>
              </a:defRPr>
            </a:lvl7pPr>
            <a:lvl8pPr algn="l">
              <a:defRPr sz="1875" b="1" i="0">
                <a:solidFill>
                  <a:srgbClr val="14233F"/>
                </a:solidFill>
              </a:defRPr>
            </a:lvl8pPr>
            <a:lvl9pPr algn="l">
              <a:defRPr sz="1875" b="1" i="0">
                <a:solidFill>
                  <a:srgbClr val="14233F"/>
                </a:solidFill>
              </a:defRPr>
            </a:lvl9pPr>
          </a:lstStyle>
          <a:p xmlns:a="http://schemas.openxmlformats.org/drawingml/2006/main">
            <a:pPr algn="l">
              <a:lnSpc>
                <a:spcPct val="105000"/>
              </a:lnSpc>
              <a:buNone/>
              <a:defRPr sz="1875" b="1" i="0">
                <a:solidFill>
                  <a:srgbClr val="14233F"/>
                </a:solidFill>
              </a:defRPr>
            </a:pPr>
            <a:r>
              <a:rPr sz="1875" b="1" i="0">
                <a:solidFill>
                  <a:srgbClr val="14233F"/>
                </a:solidFill>
              </a:rPr>
              <a:t>Current v4 retrieval scores are pending.</a:t>
            </a:r>
          </a:p>
        </p:txBody>
      </p:sp>
      <p:sp>
        <p:nvSpPr>
          <p:cNvPr id="19" name="">
            <a:extLst xmlns:a="http://schemas.openxmlformats.org/drawingml/2006/main">
              <a:ext uri="{FF2B5EF4-FFF2-40B4-BE49-F238E27FC236}">
                <a16:creationId xmlns:a16="http://schemas.microsoft.com/office/drawing/2014/main" id="{A1D3B896-B55E-456D-9677-EF9D703ECAFA}"/>
              </a:ext>
            </a:extLst>
          </p:cNvPr>
          <p:cNvSpPr>
            <a:spLocks xmlns:a="http://schemas.openxmlformats.org/drawingml/2006/main" noGrp="1"/>
          </p:cNvSpPr>
          <p:nvPr/>
        </p:nvSpPr>
        <p:spPr>
          <a:xfrm xmlns:a="http://schemas.openxmlformats.org/drawingml/2006/main">
            <a:off x="1047750" y="54864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i="0">
                <a:solidFill>
                  <a:srgbClr val="65728A"/>
                </a:solidFill>
              </a:defRPr>
            </a:defPPr>
            <a:lvl1pPr algn="l">
              <a:defRPr sz="1500" b="0" i="0">
                <a:solidFill>
                  <a:srgbClr val="65728A"/>
                </a:solidFill>
              </a:defRPr>
            </a:lvl1pPr>
            <a:lvl2pPr algn="l">
              <a:defRPr sz="1500" b="0" i="0">
                <a:solidFill>
                  <a:srgbClr val="65728A"/>
                </a:solidFill>
              </a:defRPr>
            </a:lvl2pPr>
            <a:lvl3pPr algn="l">
              <a:defRPr sz="1500" b="0" i="0">
                <a:solidFill>
                  <a:srgbClr val="65728A"/>
                </a:solidFill>
              </a:defRPr>
            </a:lvl3pPr>
            <a:lvl4pPr algn="l">
              <a:defRPr sz="1500" b="0" i="0">
                <a:solidFill>
                  <a:srgbClr val="65728A"/>
                </a:solidFill>
              </a:defRPr>
            </a:lvl4pPr>
            <a:lvl5pPr algn="l">
              <a:defRPr sz="1500" b="0" i="0">
                <a:solidFill>
                  <a:srgbClr val="65728A"/>
                </a:solidFill>
              </a:defRPr>
            </a:lvl5pPr>
            <a:lvl6pPr algn="l">
              <a:defRPr sz="1500" b="0" i="0">
                <a:solidFill>
                  <a:srgbClr val="65728A"/>
                </a:solidFill>
              </a:defRPr>
            </a:lvl6pPr>
            <a:lvl7pPr algn="l">
              <a:defRPr sz="1500" b="0" i="0">
                <a:solidFill>
                  <a:srgbClr val="65728A"/>
                </a:solidFill>
              </a:defRPr>
            </a:lvl7pPr>
            <a:lvl8pPr algn="l">
              <a:defRPr sz="1500" b="0" i="0">
                <a:solidFill>
                  <a:srgbClr val="65728A"/>
                </a:solidFill>
              </a:defRPr>
            </a:lvl8pPr>
            <a:lvl9pPr algn="l">
              <a:defRPr sz="1500" b="0" i="0">
                <a:solidFill>
                  <a:srgbClr val="65728A"/>
                </a:solidFill>
              </a:defRPr>
            </a:lvl9pPr>
          </a:lstStyle>
          <a:p xmlns:a="http://schemas.openxmlformats.org/drawingml/2006/main">
            <a:pPr algn="l">
              <a:lnSpc>
                <a:spcPct val="105000"/>
              </a:lnSpc>
              <a:buNone/>
              <a:defRPr sz="1500" b="0" i="0">
                <a:solidFill>
                  <a:srgbClr val="65728A"/>
                </a:solidFill>
              </a:defRPr>
            </a:pPr>
            <a:r>
              <a:rPr sz="1500" b="0" i="0">
                <a:solidFill>
                  <a:srgbClr val="65728A"/>
                </a:solidFill>
              </a:rPr>
              <a:t>Earlier v2/v3 figures are historical and are not reported as current results.</a:t>
            </a:r>
          </a:p>
        </p:txBody>
      </p:sp>
    </p:spTree>
    <p:extLst>
      <p:ext uri="{BB962C8B-B14F-4D97-AF65-F5344CB8AC3E}">
        <p14:creationId xmlns:p14="http://schemas.microsoft.com/office/powerpoint/2010/main" val="534335003"/>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703B94B-0F53-439D-8398-AD6EDE5E7D6C}"/>
              </a:ext>
            </a:extLst>
          </p:cNvPr>
          <p:cNvSpPr>
            <a:spLocks xmlns:a="http://schemas.openxmlformats.org/drawingml/2006/main" noGrp="1"/>
          </p:cNvSpPr>
          <p:nvPr/>
        </p:nvSpPr>
        <p:spPr>
          <a:xfrm xmlns:a="http://schemas.openxmlformats.org/drawingml/2006/main">
            <a:off x="685800" y="4191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150" b="1" i="0">
                <a:solidFill>
                  <a:srgbClr val="14233F"/>
                </a:solidFill>
              </a:defRPr>
            </a:defPPr>
            <a:lvl1pPr algn="l">
              <a:defRPr sz="3150" b="1" i="0">
                <a:solidFill>
                  <a:srgbClr val="14233F"/>
                </a:solidFill>
              </a:defRPr>
            </a:lvl1pPr>
            <a:lvl2pPr algn="l">
              <a:defRPr sz="3150" b="1" i="0">
                <a:solidFill>
                  <a:srgbClr val="14233F"/>
                </a:solidFill>
              </a:defRPr>
            </a:lvl2pPr>
            <a:lvl3pPr algn="l">
              <a:defRPr sz="3150" b="1" i="0">
                <a:solidFill>
                  <a:srgbClr val="14233F"/>
                </a:solidFill>
              </a:defRPr>
            </a:lvl3pPr>
            <a:lvl4pPr algn="l">
              <a:defRPr sz="3150" b="1" i="0">
                <a:solidFill>
                  <a:srgbClr val="14233F"/>
                </a:solidFill>
              </a:defRPr>
            </a:lvl4pPr>
            <a:lvl5pPr algn="l">
              <a:defRPr sz="3150" b="1" i="0">
                <a:solidFill>
                  <a:srgbClr val="14233F"/>
                </a:solidFill>
              </a:defRPr>
            </a:lvl5pPr>
            <a:lvl6pPr algn="l">
              <a:defRPr sz="3150" b="1" i="0">
                <a:solidFill>
                  <a:srgbClr val="14233F"/>
                </a:solidFill>
              </a:defRPr>
            </a:lvl6pPr>
            <a:lvl7pPr algn="l">
              <a:defRPr sz="3150" b="1" i="0">
                <a:solidFill>
                  <a:srgbClr val="14233F"/>
                </a:solidFill>
              </a:defRPr>
            </a:lvl7pPr>
            <a:lvl8pPr algn="l">
              <a:defRPr sz="3150" b="1" i="0">
                <a:solidFill>
                  <a:srgbClr val="14233F"/>
                </a:solidFill>
              </a:defRPr>
            </a:lvl8pPr>
            <a:lvl9pPr algn="l">
              <a:defRPr sz="3150" b="1" i="0">
                <a:solidFill>
                  <a:srgbClr val="14233F"/>
                </a:solidFill>
              </a:defRPr>
            </a:lvl9pPr>
          </a:lstStyle>
          <a:p xmlns:a="http://schemas.openxmlformats.org/drawingml/2006/main">
            <a:pPr algn="l">
              <a:lnSpc>
                <a:spcPct val="105000"/>
              </a:lnSpc>
              <a:buNone/>
              <a:defRPr sz="3150" b="1" i="0">
                <a:solidFill>
                  <a:srgbClr val="14233F"/>
                </a:solidFill>
              </a:defRPr>
            </a:pPr>
            <a:r>
              <a:rPr sz="3150" b="1" i="0">
                <a:solidFill>
                  <a:srgbClr val="14233F"/>
                </a:solidFill>
              </a:rPr>
              <a:t>Indic Retrieval Lab</a:t>
            </a:r>
          </a:p>
        </p:txBody>
      </p:sp>
      <p:sp>
        <p:nvSpPr>
          <p:cNvPr id="2" name="">
            <a:extLst xmlns:a="http://schemas.openxmlformats.org/drawingml/2006/main">
              <a:ext uri="{FF2B5EF4-FFF2-40B4-BE49-F238E27FC236}">
                <a16:creationId xmlns:a16="http://schemas.microsoft.com/office/drawing/2014/main" id="{62CF2F81-A567-4961-8247-B4561F3D3266}"/>
              </a:ext>
            </a:extLst>
          </p:cNvPr>
          <p:cNvSpPr>
            <a:spLocks xmlns:a="http://schemas.openxmlformats.org/drawingml/2006/main" noGrp="1"/>
          </p:cNvSpPr>
          <p:nvPr/>
        </p:nvSpPr>
        <p:spPr>
          <a:xfrm xmlns:a="http://schemas.openxmlformats.org/drawingml/2006/main">
            <a:off x="685800" y="1162050"/>
            <a:ext cx="108204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AEB2AA0-624A-44CD-BD19-B07293F1D6E9}"/>
              </a:ext>
            </a:extLst>
          </p:cNvPr>
          <p:cNvSpPr>
            <a:spLocks xmlns:a="http://schemas.openxmlformats.org/drawingml/2006/main" noGrp="1"/>
          </p:cNvSpPr>
          <p:nvPr/>
        </p:nvSpPr>
        <p:spPr>
          <a:xfrm xmlns:a="http://schemas.openxmlformats.org/drawingml/2006/main">
            <a:off x="685800" y="1162050"/>
            <a:ext cx="742950" cy="28575"/>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25DAF4-B223-4E82-89D5-3096754217D5}"/>
              </a:ext>
            </a:extLst>
          </p:cNvPr>
          <p:cNvSpPr>
            <a:spLocks xmlns:a="http://schemas.openxmlformats.org/drawingml/2006/main" noGrp="1"/>
          </p:cNvSpPr>
          <p:nvPr/>
        </p:nvSpPr>
        <p:spPr>
          <a:xfrm xmlns:a="http://schemas.openxmlformats.org/drawingml/2006/main">
            <a:off x="685800" y="6457950"/>
            <a:ext cx="609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i="0">
                <a:solidFill>
                  <a:srgbClr val="65728A"/>
                </a:solidFill>
              </a:defRPr>
            </a:defPPr>
            <a:lvl1pPr algn="l">
              <a:defRPr sz="1050" b="1" i="0">
                <a:solidFill>
                  <a:srgbClr val="65728A"/>
                </a:solidFill>
              </a:defRPr>
            </a:lvl1pPr>
            <a:lvl2pPr algn="l">
              <a:defRPr sz="1050" b="1" i="0">
                <a:solidFill>
                  <a:srgbClr val="65728A"/>
                </a:solidFill>
              </a:defRPr>
            </a:lvl2pPr>
            <a:lvl3pPr algn="l">
              <a:defRPr sz="1050" b="1" i="0">
                <a:solidFill>
                  <a:srgbClr val="65728A"/>
                </a:solidFill>
              </a:defRPr>
            </a:lvl3pPr>
            <a:lvl4pPr algn="l">
              <a:defRPr sz="1050" b="1" i="0">
                <a:solidFill>
                  <a:srgbClr val="65728A"/>
                </a:solidFill>
              </a:defRPr>
            </a:lvl4pPr>
            <a:lvl5pPr algn="l">
              <a:defRPr sz="1050" b="1" i="0">
                <a:solidFill>
                  <a:srgbClr val="65728A"/>
                </a:solidFill>
              </a:defRPr>
            </a:lvl5pPr>
            <a:lvl6pPr algn="l">
              <a:defRPr sz="1050" b="1" i="0">
                <a:solidFill>
                  <a:srgbClr val="65728A"/>
                </a:solidFill>
              </a:defRPr>
            </a:lvl6pPr>
            <a:lvl7pPr algn="l">
              <a:defRPr sz="1050" b="1" i="0">
                <a:solidFill>
                  <a:srgbClr val="65728A"/>
                </a:solidFill>
              </a:defRPr>
            </a:lvl7pPr>
            <a:lvl8pPr algn="l">
              <a:defRPr sz="1050" b="1" i="0">
                <a:solidFill>
                  <a:srgbClr val="65728A"/>
                </a:solidFill>
              </a:defRPr>
            </a:lvl8pPr>
            <a:lvl9pPr algn="l">
              <a:defRPr sz="1050" b="1" i="0">
                <a:solidFill>
                  <a:srgbClr val="65728A"/>
                </a:solidFill>
              </a:defRPr>
            </a:lvl9pPr>
          </a:lstStyle>
          <a:p xmlns:a="http://schemas.openxmlformats.org/drawingml/2006/main">
            <a:pPr algn="l">
              <a:lnSpc>
                <a:spcPct val="105000"/>
              </a:lnSpc>
              <a:buNone/>
              <a:defRPr sz="1050" b="1" i="0">
                <a:solidFill>
                  <a:srgbClr val="65728A"/>
                </a:solidFill>
              </a:defRPr>
            </a:pPr>
            <a:r>
              <a:rPr sz="1050" b="1" i="0">
                <a:solidFill>
                  <a:srgbClr val="65728A"/>
                </a:solidFill>
              </a:rPr>
              <a:t>RAG RETRIEVAL BENCHMARK</a:t>
            </a:r>
          </a:p>
        </p:txBody>
      </p:sp>
      <p:sp>
        <p:nvSpPr>
          <p:cNvPr id="5" name="">
            <a:extLst xmlns:a="http://schemas.openxmlformats.org/drawingml/2006/main">
              <a:ext uri="{FF2B5EF4-FFF2-40B4-BE49-F238E27FC236}">
                <a16:creationId xmlns:a16="http://schemas.microsoft.com/office/drawing/2014/main" id="{E93A3215-FE29-41BC-A299-4B0BBA772EBD}"/>
              </a:ext>
            </a:extLst>
          </p:cNvPr>
          <p:cNvSpPr>
            <a:spLocks xmlns:a="http://schemas.openxmlformats.org/drawingml/2006/main" noGrp="1"/>
          </p:cNvSpPr>
          <p:nvPr/>
        </p:nvSpPr>
        <p:spPr>
          <a:xfrm xmlns:a="http://schemas.openxmlformats.org/drawingml/2006/main">
            <a:off x="10953750" y="64198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i="0">
                <a:solidFill>
                  <a:srgbClr val="65728A"/>
                </a:solidFill>
              </a:defRPr>
            </a:defPPr>
            <a:lvl1pPr algn="r">
              <a:defRPr sz="1200" b="1" i="0">
                <a:solidFill>
                  <a:srgbClr val="65728A"/>
                </a:solidFill>
              </a:defRPr>
            </a:lvl1pPr>
            <a:lvl2pPr algn="r">
              <a:defRPr sz="1200" b="1" i="0">
                <a:solidFill>
                  <a:srgbClr val="65728A"/>
                </a:solidFill>
              </a:defRPr>
            </a:lvl2pPr>
            <a:lvl3pPr algn="r">
              <a:defRPr sz="1200" b="1" i="0">
                <a:solidFill>
                  <a:srgbClr val="65728A"/>
                </a:solidFill>
              </a:defRPr>
            </a:lvl3pPr>
            <a:lvl4pPr algn="r">
              <a:defRPr sz="1200" b="1" i="0">
                <a:solidFill>
                  <a:srgbClr val="65728A"/>
                </a:solidFill>
              </a:defRPr>
            </a:lvl4pPr>
            <a:lvl5pPr algn="r">
              <a:defRPr sz="1200" b="1" i="0">
                <a:solidFill>
                  <a:srgbClr val="65728A"/>
                </a:solidFill>
              </a:defRPr>
            </a:lvl5pPr>
            <a:lvl6pPr algn="r">
              <a:defRPr sz="1200" b="1" i="0">
                <a:solidFill>
                  <a:srgbClr val="65728A"/>
                </a:solidFill>
              </a:defRPr>
            </a:lvl6pPr>
            <a:lvl7pPr algn="r">
              <a:defRPr sz="1200" b="1" i="0">
                <a:solidFill>
                  <a:srgbClr val="65728A"/>
                </a:solidFill>
              </a:defRPr>
            </a:lvl7pPr>
            <a:lvl8pPr algn="r">
              <a:defRPr sz="1200" b="1" i="0">
                <a:solidFill>
                  <a:srgbClr val="65728A"/>
                </a:solidFill>
              </a:defRPr>
            </a:lvl8pPr>
            <a:lvl9pPr algn="r">
              <a:defRPr sz="1200" b="1" i="0">
                <a:solidFill>
                  <a:srgbClr val="65728A"/>
                </a:solidFill>
              </a:defRPr>
            </a:lvl9pPr>
          </a:lstStyle>
          <a:p xmlns:a="http://schemas.openxmlformats.org/drawingml/2006/main">
            <a:pPr algn="r">
              <a:lnSpc>
                <a:spcPct val="105000"/>
              </a:lnSpc>
              <a:buNone/>
              <a:defRPr sz="1200" b="1" i="0">
                <a:solidFill>
                  <a:srgbClr val="65728A"/>
                </a:solidFill>
              </a:defRPr>
            </a:pPr>
            <a:r>
              <a:rPr sz="1200" b="1" i="0">
                <a:solidFill>
                  <a:srgbClr val="65728A"/>
                </a:solidFill>
              </a:rPr>
              <a:t>11</a:t>
            </a:r>
          </a:p>
        </p:txBody>
      </p:sp>
      <p:sp>
        <p:nvSpPr>
          <p:cNvPr id="6" name="">
            <a:extLst xmlns:a="http://schemas.openxmlformats.org/drawingml/2006/main">
              <a:ext uri="{FF2B5EF4-FFF2-40B4-BE49-F238E27FC236}">
                <a16:creationId xmlns:a16="http://schemas.microsoft.com/office/drawing/2014/main" id="{39378A8B-82B2-4DEF-8E19-9973A443F0E1}"/>
              </a:ext>
            </a:extLst>
          </p:cNvPr>
          <p:cNvSpPr>
            <a:spLocks xmlns:a="http://schemas.openxmlformats.org/drawingml/2006/main" noGrp="1"/>
          </p:cNvSpPr>
          <p:nvPr/>
        </p:nvSpPr>
        <p:spPr>
          <a:xfrm xmlns:a="http://schemas.openxmlformats.org/drawingml/2006/main">
            <a:off x="685800" y="1485900"/>
            <a:ext cx="1019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i="0">
                <a:solidFill>
                  <a:srgbClr val="263755"/>
                </a:solidFill>
              </a:defRPr>
            </a:defPPr>
            <a:lvl1pPr algn="l">
              <a:defRPr sz="1800" b="0" i="0">
                <a:solidFill>
                  <a:srgbClr val="263755"/>
                </a:solidFill>
              </a:defRPr>
            </a:lvl1pPr>
            <a:lvl2pPr algn="l">
              <a:defRPr sz="1800" b="0" i="0">
                <a:solidFill>
                  <a:srgbClr val="263755"/>
                </a:solidFill>
              </a:defRPr>
            </a:lvl2pPr>
            <a:lvl3pPr algn="l">
              <a:defRPr sz="1800" b="0" i="0">
                <a:solidFill>
                  <a:srgbClr val="263755"/>
                </a:solidFill>
              </a:defRPr>
            </a:lvl3pPr>
            <a:lvl4pPr algn="l">
              <a:defRPr sz="1800" b="0" i="0">
                <a:solidFill>
                  <a:srgbClr val="263755"/>
                </a:solidFill>
              </a:defRPr>
            </a:lvl4pPr>
            <a:lvl5pPr algn="l">
              <a:defRPr sz="1800" b="0" i="0">
                <a:solidFill>
                  <a:srgbClr val="263755"/>
                </a:solidFill>
              </a:defRPr>
            </a:lvl5pPr>
            <a:lvl6pPr algn="l">
              <a:defRPr sz="1800" b="0" i="0">
                <a:solidFill>
                  <a:srgbClr val="263755"/>
                </a:solidFill>
              </a:defRPr>
            </a:lvl6pPr>
            <a:lvl7pPr algn="l">
              <a:defRPr sz="1800" b="0" i="0">
                <a:solidFill>
                  <a:srgbClr val="263755"/>
                </a:solidFill>
              </a:defRPr>
            </a:lvl7pPr>
            <a:lvl8pPr algn="l">
              <a:defRPr sz="1800" b="0" i="0">
                <a:solidFill>
                  <a:srgbClr val="263755"/>
                </a:solidFill>
              </a:defRPr>
            </a:lvl8pPr>
            <a:lvl9pPr algn="l">
              <a:defRPr sz="1800" b="0" i="0">
                <a:solidFill>
                  <a:srgbClr val="263755"/>
                </a:solidFill>
              </a:defRPr>
            </a:lvl9pPr>
          </a:lstStyle>
          <a:p xmlns:a="http://schemas.openxmlformats.org/drawingml/2006/main">
            <a:pPr algn="l">
              <a:lnSpc>
                <a:spcPct val="105000"/>
              </a:lnSpc>
              <a:buNone/>
              <a:defRPr sz="1800" b="0" i="0">
                <a:solidFill>
                  <a:srgbClr val="263755"/>
                </a:solidFill>
              </a:defRPr>
            </a:pPr>
            <a:r>
              <a:rPr sz="1800" b="0" i="0">
                <a:solidFill>
                  <a:srgbClr val="263755"/>
                </a:solidFill>
              </a:rPr>
              <a:t>A browser workbench makes the retrieval behavior inspectable.</a:t>
            </a:r>
          </a:p>
        </p:txBody>
      </p:sp>
      <p:sp>
        <p:nvSpPr>
          <p:cNvPr id="7" name="">
            <a:extLst xmlns:a="http://schemas.openxmlformats.org/drawingml/2006/main">
              <a:ext uri="{FF2B5EF4-FFF2-40B4-BE49-F238E27FC236}">
                <a16:creationId xmlns:a16="http://schemas.microsoft.com/office/drawing/2014/main" id="{CE890F71-DD23-44C5-B7EB-7EB78C463433}"/>
              </a:ext>
            </a:extLst>
          </p:cNvPr>
          <p:cNvSpPr>
            <a:spLocks xmlns:a="http://schemas.openxmlformats.org/drawingml/2006/main" noGrp="1"/>
          </p:cNvSpPr>
          <p:nvPr/>
        </p:nvSpPr>
        <p:spPr>
          <a:xfrm xmlns:a="http://schemas.openxmlformats.org/drawingml/2006/main">
            <a:off x="819150" y="2343150"/>
            <a:ext cx="55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325" b="1" i="0">
                <a:solidFill>
                  <a:srgbClr val="278C8C"/>
                </a:solidFill>
              </a:defRPr>
            </a:defPPr>
            <a:lvl1pPr algn="l">
              <a:defRPr sz="2325" b="1" i="0">
                <a:solidFill>
                  <a:srgbClr val="278C8C"/>
                </a:solidFill>
              </a:defRPr>
            </a:lvl1pPr>
            <a:lvl2pPr algn="l">
              <a:defRPr sz="2325" b="1" i="0">
                <a:solidFill>
                  <a:srgbClr val="278C8C"/>
                </a:solidFill>
              </a:defRPr>
            </a:lvl2pPr>
            <a:lvl3pPr algn="l">
              <a:defRPr sz="2325" b="1" i="0">
                <a:solidFill>
                  <a:srgbClr val="278C8C"/>
                </a:solidFill>
              </a:defRPr>
            </a:lvl3pPr>
            <a:lvl4pPr algn="l">
              <a:defRPr sz="2325" b="1" i="0">
                <a:solidFill>
                  <a:srgbClr val="278C8C"/>
                </a:solidFill>
              </a:defRPr>
            </a:lvl4pPr>
            <a:lvl5pPr algn="l">
              <a:defRPr sz="2325" b="1" i="0">
                <a:solidFill>
                  <a:srgbClr val="278C8C"/>
                </a:solidFill>
              </a:defRPr>
            </a:lvl5pPr>
            <a:lvl6pPr algn="l">
              <a:defRPr sz="2325" b="1" i="0">
                <a:solidFill>
                  <a:srgbClr val="278C8C"/>
                </a:solidFill>
              </a:defRPr>
            </a:lvl6pPr>
            <a:lvl7pPr algn="l">
              <a:defRPr sz="2325" b="1" i="0">
                <a:solidFill>
                  <a:srgbClr val="278C8C"/>
                </a:solidFill>
              </a:defRPr>
            </a:lvl7pPr>
            <a:lvl8pPr algn="l">
              <a:defRPr sz="2325" b="1" i="0">
                <a:solidFill>
                  <a:srgbClr val="278C8C"/>
                </a:solidFill>
              </a:defRPr>
            </a:lvl8pPr>
            <a:lvl9pPr algn="l">
              <a:defRPr sz="2325" b="1" i="0">
                <a:solidFill>
                  <a:srgbClr val="278C8C"/>
                </a:solidFill>
              </a:defRPr>
            </a:lvl9pPr>
          </a:lstStyle>
          <a:p xmlns:a="http://schemas.openxmlformats.org/drawingml/2006/main">
            <a:pPr algn="l">
              <a:lnSpc>
                <a:spcPct val="105000"/>
              </a:lnSpc>
              <a:buNone/>
              <a:defRPr sz="2325" b="1" i="0">
                <a:solidFill>
                  <a:srgbClr val="278C8C"/>
                </a:solidFill>
              </a:defRPr>
            </a:pPr>
            <a:r>
              <a:rPr sz="2325" b="1" i="0">
                <a:solidFill>
                  <a:srgbClr val="278C8C"/>
                </a:solidFill>
              </a:rPr>
              <a:t>01</a:t>
            </a:r>
          </a:p>
        </p:txBody>
      </p:sp>
      <p:sp>
        <p:nvSpPr>
          <p:cNvPr id="8" name="">
            <a:extLst xmlns:a="http://schemas.openxmlformats.org/drawingml/2006/main">
              <a:ext uri="{FF2B5EF4-FFF2-40B4-BE49-F238E27FC236}">
                <a16:creationId xmlns:a16="http://schemas.microsoft.com/office/drawing/2014/main" id="{E604BD72-36B9-4AD1-ADCD-48E8A3AB18C2}"/>
              </a:ext>
            </a:extLst>
          </p:cNvPr>
          <p:cNvSpPr>
            <a:spLocks xmlns:a="http://schemas.openxmlformats.org/drawingml/2006/main" noGrp="1"/>
          </p:cNvSpPr>
          <p:nvPr/>
        </p:nvSpPr>
        <p:spPr>
          <a:xfrm xmlns:a="http://schemas.openxmlformats.org/drawingml/2006/main">
            <a:off x="819150" y="2971800"/>
            <a:ext cx="2762250" cy="38100"/>
          </a:xfrm>
          <a:prstGeom xmlns:a="http://schemas.openxmlformats.org/drawingml/2006/main" prst="rect">
            <a:avLst/>
          </a:prstGeom>
          <a:solidFill xmlns:a="http://schemas.openxmlformats.org/drawingml/2006/main">
            <a:srgbClr val="278C8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BA3EAC5-51FC-461F-8CBE-B38AC0A295F1}"/>
              </a:ext>
            </a:extLst>
          </p:cNvPr>
          <p:cNvSpPr>
            <a:spLocks xmlns:a="http://schemas.openxmlformats.org/drawingml/2006/main" noGrp="1"/>
          </p:cNvSpPr>
          <p:nvPr/>
        </p:nvSpPr>
        <p:spPr>
          <a:xfrm xmlns:a="http://schemas.openxmlformats.org/drawingml/2006/main">
            <a:off x="819150" y="3219450"/>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14233F"/>
                </a:solidFill>
              </a:defRPr>
            </a:defPPr>
            <a:lvl1pPr algn="l">
              <a:defRPr sz="1950" b="1" i="0">
                <a:solidFill>
                  <a:srgbClr val="14233F"/>
                </a:solidFill>
              </a:defRPr>
            </a:lvl1pPr>
            <a:lvl2pPr algn="l">
              <a:defRPr sz="1950" b="1" i="0">
                <a:solidFill>
                  <a:srgbClr val="14233F"/>
                </a:solidFill>
              </a:defRPr>
            </a:lvl2pPr>
            <a:lvl3pPr algn="l">
              <a:defRPr sz="1950" b="1" i="0">
                <a:solidFill>
                  <a:srgbClr val="14233F"/>
                </a:solidFill>
              </a:defRPr>
            </a:lvl3pPr>
            <a:lvl4pPr algn="l">
              <a:defRPr sz="1950" b="1" i="0">
                <a:solidFill>
                  <a:srgbClr val="14233F"/>
                </a:solidFill>
              </a:defRPr>
            </a:lvl4pPr>
            <a:lvl5pPr algn="l">
              <a:defRPr sz="1950" b="1" i="0">
                <a:solidFill>
                  <a:srgbClr val="14233F"/>
                </a:solidFill>
              </a:defRPr>
            </a:lvl5pPr>
            <a:lvl6pPr algn="l">
              <a:defRPr sz="1950" b="1" i="0">
                <a:solidFill>
                  <a:srgbClr val="14233F"/>
                </a:solidFill>
              </a:defRPr>
            </a:lvl6pPr>
            <a:lvl7pPr algn="l">
              <a:defRPr sz="1950" b="1" i="0">
                <a:solidFill>
                  <a:srgbClr val="14233F"/>
                </a:solidFill>
              </a:defRPr>
            </a:lvl7pPr>
            <a:lvl8pPr algn="l">
              <a:defRPr sz="1950" b="1" i="0">
                <a:solidFill>
                  <a:srgbClr val="14233F"/>
                </a:solidFill>
              </a:defRPr>
            </a:lvl8pPr>
            <a:lvl9pPr algn="l">
              <a:defRPr sz="1950" b="1" i="0">
                <a:solidFill>
                  <a:srgbClr val="14233F"/>
                </a:solidFill>
              </a:defRPr>
            </a:lvl9pPr>
          </a:lstStyle>
          <a:p xmlns:a="http://schemas.openxmlformats.org/drawingml/2006/main">
            <a:pPr algn="l">
              <a:lnSpc>
                <a:spcPct val="105000"/>
              </a:lnSpc>
              <a:buNone/>
              <a:defRPr sz="1950" b="1" i="0">
                <a:solidFill>
                  <a:srgbClr val="14233F"/>
                </a:solidFill>
              </a:defRPr>
            </a:pPr>
            <a:r>
              <a:rPr sz="1950" b="1" i="0">
                <a:solidFill>
                  <a:srgbClr val="14233F"/>
                </a:solidFill>
              </a:rPr>
              <a:t>Search evidence</a:t>
            </a:r>
          </a:p>
        </p:txBody>
      </p:sp>
      <p:sp>
        <p:nvSpPr>
          <p:cNvPr id="10" name="">
            <a:extLst xmlns:a="http://schemas.openxmlformats.org/drawingml/2006/main">
              <a:ext uri="{FF2B5EF4-FFF2-40B4-BE49-F238E27FC236}">
                <a16:creationId xmlns:a16="http://schemas.microsoft.com/office/drawing/2014/main" id="{F9EE8F2A-0344-448B-BFA0-078DF3EDA76D}"/>
              </a:ext>
            </a:extLst>
          </p:cNvPr>
          <p:cNvSpPr>
            <a:spLocks xmlns:a="http://schemas.openxmlformats.org/drawingml/2006/main" noGrp="1"/>
          </p:cNvSpPr>
          <p:nvPr/>
        </p:nvSpPr>
        <p:spPr>
          <a:xfrm xmlns:a="http://schemas.openxmlformats.org/drawingml/2006/main">
            <a:off x="819150" y="3714750"/>
            <a:ext cx="2857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i="0">
                <a:solidFill>
                  <a:srgbClr val="263755"/>
                </a:solidFill>
              </a:defRPr>
            </a:defPPr>
            <a:lvl1pPr algn="l">
              <a:defRPr sz="1575" b="0" i="0">
                <a:solidFill>
                  <a:srgbClr val="263755"/>
                </a:solidFill>
              </a:defRPr>
            </a:lvl1pPr>
            <a:lvl2pPr algn="l">
              <a:defRPr sz="1575" b="0" i="0">
                <a:solidFill>
                  <a:srgbClr val="263755"/>
                </a:solidFill>
              </a:defRPr>
            </a:lvl2pPr>
            <a:lvl3pPr algn="l">
              <a:defRPr sz="1575" b="0" i="0">
                <a:solidFill>
                  <a:srgbClr val="263755"/>
                </a:solidFill>
              </a:defRPr>
            </a:lvl3pPr>
            <a:lvl4pPr algn="l">
              <a:defRPr sz="1575" b="0" i="0">
                <a:solidFill>
                  <a:srgbClr val="263755"/>
                </a:solidFill>
              </a:defRPr>
            </a:lvl4pPr>
            <a:lvl5pPr algn="l">
              <a:defRPr sz="1575" b="0" i="0">
                <a:solidFill>
                  <a:srgbClr val="263755"/>
                </a:solidFill>
              </a:defRPr>
            </a:lvl5pPr>
            <a:lvl6pPr algn="l">
              <a:defRPr sz="1575" b="0" i="0">
                <a:solidFill>
                  <a:srgbClr val="263755"/>
                </a:solidFill>
              </a:defRPr>
            </a:lvl6pPr>
            <a:lvl7pPr algn="l">
              <a:defRPr sz="1575" b="0" i="0">
                <a:solidFill>
                  <a:srgbClr val="263755"/>
                </a:solidFill>
              </a:defRPr>
            </a:lvl7pPr>
            <a:lvl8pPr algn="l">
              <a:defRPr sz="1575" b="0" i="0">
                <a:solidFill>
                  <a:srgbClr val="263755"/>
                </a:solidFill>
              </a:defRPr>
            </a:lvl8pPr>
            <a:lvl9pPr algn="l">
              <a:defRPr sz="1575" b="0" i="0">
                <a:solidFill>
                  <a:srgbClr val="263755"/>
                </a:solidFill>
              </a:defRPr>
            </a:lvl9pPr>
          </a:lstStyle>
          <a:p xmlns:a="http://schemas.openxmlformats.org/drawingml/2006/main">
            <a:pPr algn="l">
              <a:lnSpc>
                <a:spcPct val="112000"/>
              </a:lnSpc>
              <a:buNone/>
              <a:defRPr sz="1575" b="0" i="0">
                <a:solidFill>
                  <a:srgbClr val="263755"/>
                </a:solidFill>
              </a:defRPr>
            </a:pPr>
            <a:r>
              <a:rPr sz="1575" b="0" i="0">
                <a:solidFill>
                  <a:srgbClr val="263755"/>
                </a:solidFill>
              </a:rPr>
              <a:t>Run local searches and inspect passage text, paper source, page and chunk metadata.</a:t>
            </a:r>
          </a:p>
        </p:txBody>
      </p:sp>
      <p:sp>
        <p:nvSpPr>
          <p:cNvPr id="11" name="">
            <a:extLst xmlns:a="http://schemas.openxmlformats.org/drawingml/2006/main">
              <a:ext uri="{FF2B5EF4-FFF2-40B4-BE49-F238E27FC236}">
                <a16:creationId xmlns:a16="http://schemas.microsoft.com/office/drawing/2014/main" id="{AA92ECB4-8E39-4C86-AC76-1C10B5B49DDF}"/>
              </a:ext>
            </a:extLst>
          </p:cNvPr>
          <p:cNvSpPr>
            <a:spLocks xmlns:a="http://schemas.openxmlformats.org/drawingml/2006/main" noGrp="1"/>
          </p:cNvSpPr>
          <p:nvPr/>
        </p:nvSpPr>
        <p:spPr>
          <a:xfrm xmlns:a="http://schemas.openxmlformats.org/drawingml/2006/main">
            <a:off x="4019550" y="2324100"/>
            <a:ext cx="19050" cy="31051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96327B5-2EEE-4DEE-9912-2414D9BA6B97}"/>
              </a:ext>
            </a:extLst>
          </p:cNvPr>
          <p:cNvSpPr>
            <a:spLocks xmlns:a="http://schemas.openxmlformats.org/drawingml/2006/main" noGrp="1"/>
          </p:cNvSpPr>
          <p:nvPr/>
        </p:nvSpPr>
        <p:spPr>
          <a:xfrm xmlns:a="http://schemas.openxmlformats.org/drawingml/2006/main">
            <a:off x="4514850" y="2343150"/>
            <a:ext cx="55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325" b="1" i="0">
                <a:solidFill>
                  <a:srgbClr val="D89A35"/>
                </a:solidFill>
              </a:defRPr>
            </a:defPPr>
            <a:lvl1pPr algn="l">
              <a:defRPr sz="2325" b="1" i="0">
                <a:solidFill>
                  <a:srgbClr val="D89A35"/>
                </a:solidFill>
              </a:defRPr>
            </a:lvl1pPr>
            <a:lvl2pPr algn="l">
              <a:defRPr sz="2325" b="1" i="0">
                <a:solidFill>
                  <a:srgbClr val="D89A35"/>
                </a:solidFill>
              </a:defRPr>
            </a:lvl2pPr>
            <a:lvl3pPr algn="l">
              <a:defRPr sz="2325" b="1" i="0">
                <a:solidFill>
                  <a:srgbClr val="D89A35"/>
                </a:solidFill>
              </a:defRPr>
            </a:lvl3pPr>
            <a:lvl4pPr algn="l">
              <a:defRPr sz="2325" b="1" i="0">
                <a:solidFill>
                  <a:srgbClr val="D89A35"/>
                </a:solidFill>
              </a:defRPr>
            </a:lvl4pPr>
            <a:lvl5pPr algn="l">
              <a:defRPr sz="2325" b="1" i="0">
                <a:solidFill>
                  <a:srgbClr val="D89A35"/>
                </a:solidFill>
              </a:defRPr>
            </a:lvl5pPr>
            <a:lvl6pPr algn="l">
              <a:defRPr sz="2325" b="1" i="0">
                <a:solidFill>
                  <a:srgbClr val="D89A35"/>
                </a:solidFill>
              </a:defRPr>
            </a:lvl6pPr>
            <a:lvl7pPr algn="l">
              <a:defRPr sz="2325" b="1" i="0">
                <a:solidFill>
                  <a:srgbClr val="D89A35"/>
                </a:solidFill>
              </a:defRPr>
            </a:lvl7pPr>
            <a:lvl8pPr algn="l">
              <a:defRPr sz="2325" b="1" i="0">
                <a:solidFill>
                  <a:srgbClr val="D89A35"/>
                </a:solidFill>
              </a:defRPr>
            </a:lvl8pPr>
            <a:lvl9pPr algn="l">
              <a:defRPr sz="2325" b="1" i="0">
                <a:solidFill>
                  <a:srgbClr val="D89A35"/>
                </a:solidFill>
              </a:defRPr>
            </a:lvl9pPr>
          </a:lstStyle>
          <a:p xmlns:a="http://schemas.openxmlformats.org/drawingml/2006/main">
            <a:pPr algn="l">
              <a:lnSpc>
                <a:spcPct val="105000"/>
              </a:lnSpc>
              <a:buNone/>
              <a:defRPr sz="2325" b="1" i="0">
                <a:solidFill>
                  <a:srgbClr val="D89A35"/>
                </a:solidFill>
              </a:defRPr>
            </a:pPr>
            <a:r>
              <a:rPr sz="2325" b="1" i="0">
                <a:solidFill>
                  <a:srgbClr val="D89A35"/>
                </a:solidFill>
              </a:rPr>
              <a:t>02</a:t>
            </a:r>
          </a:p>
        </p:txBody>
      </p:sp>
      <p:sp>
        <p:nvSpPr>
          <p:cNvPr id="13" name="">
            <a:extLst xmlns:a="http://schemas.openxmlformats.org/drawingml/2006/main">
              <a:ext uri="{FF2B5EF4-FFF2-40B4-BE49-F238E27FC236}">
                <a16:creationId xmlns:a16="http://schemas.microsoft.com/office/drawing/2014/main" id="{8939A6A8-BDC2-4553-8628-7ADF877D4E4E}"/>
              </a:ext>
            </a:extLst>
          </p:cNvPr>
          <p:cNvSpPr>
            <a:spLocks xmlns:a="http://schemas.openxmlformats.org/drawingml/2006/main" noGrp="1"/>
          </p:cNvSpPr>
          <p:nvPr/>
        </p:nvSpPr>
        <p:spPr>
          <a:xfrm xmlns:a="http://schemas.openxmlformats.org/drawingml/2006/main">
            <a:off x="4514850" y="2971800"/>
            <a:ext cx="2762250" cy="38100"/>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1C42834-21D0-4A9F-979E-CD416DE89290}"/>
              </a:ext>
            </a:extLst>
          </p:cNvPr>
          <p:cNvSpPr>
            <a:spLocks xmlns:a="http://schemas.openxmlformats.org/drawingml/2006/main" noGrp="1"/>
          </p:cNvSpPr>
          <p:nvPr/>
        </p:nvSpPr>
        <p:spPr>
          <a:xfrm xmlns:a="http://schemas.openxmlformats.org/drawingml/2006/main">
            <a:off x="4514850" y="3219450"/>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14233F"/>
                </a:solidFill>
              </a:defRPr>
            </a:defPPr>
            <a:lvl1pPr algn="l">
              <a:defRPr sz="1950" b="1" i="0">
                <a:solidFill>
                  <a:srgbClr val="14233F"/>
                </a:solidFill>
              </a:defRPr>
            </a:lvl1pPr>
            <a:lvl2pPr algn="l">
              <a:defRPr sz="1950" b="1" i="0">
                <a:solidFill>
                  <a:srgbClr val="14233F"/>
                </a:solidFill>
              </a:defRPr>
            </a:lvl2pPr>
            <a:lvl3pPr algn="l">
              <a:defRPr sz="1950" b="1" i="0">
                <a:solidFill>
                  <a:srgbClr val="14233F"/>
                </a:solidFill>
              </a:defRPr>
            </a:lvl3pPr>
            <a:lvl4pPr algn="l">
              <a:defRPr sz="1950" b="1" i="0">
                <a:solidFill>
                  <a:srgbClr val="14233F"/>
                </a:solidFill>
              </a:defRPr>
            </a:lvl4pPr>
            <a:lvl5pPr algn="l">
              <a:defRPr sz="1950" b="1" i="0">
                <a:solidFill>
                  <a:srgbClr val="14233F"/>
                </a:solidFill>
              </a:defRPr>
            </a:lvl5pPr>
            <a:lvl6pPr algn="l">
              <a:defRPr sz="1950" b="1" i="0">
                <a:solidFill>
                  <a:srgbClr val="14233F"/>
                </a:solidFill>
              </a:defRPr>
            </a:lvl6pPr>
            <a:lvl7pPr algn="l">
              <a:defRPr sz="1950" b="1" i="0">
                <a:solidFill>
                  <a:srgbClr val="14233F"/>
                </a:solidFill>
              </a:defRPr>
            </a:lvl7pPr>
            <a:lvl8pPr algn="l">
              <a:defRPr sz="1950" b="1" i="0">
                <a:solidFill>
                  <a:srgbClr val="14233F"/>
                </a:solidFill>
              </a:defRPr>
            </a:lvl8pPr>
            <a:lvl9pPr algn="l">
              <a:defRPr sz="1950" b="1" i="0">
                <a:solidFill>
                  <a:srgbClr val="14233F"/>
                </a:solidFill>
              </a:defRPr>
            </a:lvl9pPr>
          </a:lstStyle>
          <a:p xmlns:a="http://schemas.openxmlformats.org/drawingml/2006/main">
            <a:pPr algn="l">
              <a:lnSpc>
                <a:spcPct val="105000"/>
              </a:lnSpc>
              <a:buNone/>
              <a:defRPr sz="1950" b="1" i="0">
                <a:solidFill>
                  <a:srgbClr val="14233F"/>
                </a:solidFill>
              </a:defRPr>
            </a:pPr>
            <a:r>
              <a:rPr sz="1950" b="1" i="0">
                <a:solidFill>
                  <a:srgbClr val="14233F"/>
                </a:solidFill>
              </a:rPr>
              <a:t>Compare methods</a:t>
            </a:r>
          </a:p>
        </p:txBody>
      </p:sp>
      <p:sp>
        <p:nvSpPr>
          <p:cNvPr id="15" name="">
            <a:extLst xmlns:a="http://schemas.openxmlformats.org/drawingml/2006/main">
              <a:ext uri="{FF2B5EF4-FFF2-40B4-BE49-F238E27FC236}">
                <a16:creationId xmlns:a16="http://schemas.microsoft.com/office/drawing/2014/main" id="{01F25514-7285-44C8-80DD-46299743F036}"/>
              </a:ext>
            </a:extLst>
          </p:cNvPr>
          <p:cNvSpPr>
            <a:spLocks xmlns:a="http://schemas.openxmlformats.org/drawingml/2006/main" noGrp="1"/>
          </p:cNvSpPr>
          <p:nvPr/>
        </p:nvSpPr>
        <p:spPr>
          <a:xfrm xmlns:a="http://schemas.openxmlformats.org/drawingml/2006/main">
            <a:off x="4514850" y="3714750"/>
            <a:ext cx="2857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i="0">
                <a:solidFill>
                  <a:srgbClr val="263755"/>
                </a:solidFill>
              </a:defRPr>
            </a:defPPr>
            <a:lvl1pPr algn="l">
              <a:defRPr sz="1575" b="0" i="0">
                <a:solidFill>
                  <a:srgbClr val="263755"/>
                </a:solidFill>
              </a:defRPr>
            </a:lvl1pPr>
            <a:lvl2pPr algn="l">
              <a:defRPr sz="1575" b="0" i="0">
                <a:solidFill>
                  <a:srgbClr val="263755"/>
                </a:solidFill>
              </a:defRPr>
            </a:lvl2pPr>
            <a:lvl3pPr algn="l">
              <a:defRPr sz="1575" b="0" i="0">
                <a:solidFill>
                  <a:srgbClr val="263755"/>
                </a:solidFill>
              </a:defRPr>
            </a:lvl3pPr>
            <a:lvl4pPr algn="l">
              <a:defRPr sz="1575" b="0" i="0">
                <a:solidFill>
                  <a:srgbClr val="263755"/>
                </a:solidFill>
              </a:defRPr>
            </a:lvl4pPr>
            <a:lvl5pPr algn="l">
              <a:defRPr sz="1575" b="0" i="0">
                <a:solidFill>
                  <a:srgbClr val="263755"/>
                </a:solidFill>
              </a:defRPr>
            </a:lvl5pPr>
            <a:lvl6pPr algn="l">
              <a:defRPr sz="1575" b="0" i="0">
                <a:solidFill>
                  <a:srgbClr val="263755"/>
                </a:solidFill>
              </a:defRPr>
            </a:lvl6pPr>
            <a:lvl7pPr algn="l">
              <a:defRPr sz="1575" b="0" i="0">
                <a:solidFill>
                  <a:srgbClr val="263755"/>
                </a:solidFill>
              </a:defRPr>
            </a:lvl7pPr>
            <a:lvl8pPr algn="l">
              <a:defRPr sz="1575" b="0" i="0">
                <a:solidFill>
                  <a:srgbClr val="263755"/>
                </a:solidFill>
              </a:defRPr>
            </a:lvl8pPr>
            <a:lvl9pPr algn="l">
              <a:defRPr sz="1575" b="0" i="0">
                <a:solidFill>
                  <a:srgbClr val="263755"/>
                </a:solidFill>
              </a:defRPr>
            </a:lvl9pPr>
          </a:lstStyle>
          <a:p xmlns:a="http://schemas.openxmlformats.org/drawingml/2006/main">
            <a:pPr algn="l">
              <a:lnSpc>
                <a:spcPct val="112000"/>
              </a:lnSpc>
              <a:buNone/>
              <a:defRPr sz="1575" b="0" i="0">
                <a:solidFill>
                  <a:srgbClr val="263755"/>
                </a:solidFill>
              </a:defRPr>
            </a:pPr>
            <a:r>
              <a:rPr sz="1575" b="0" i="0">
                <a:solidFill>
                  <a:srgbClr val="263755"/>
                </a:solidFill>
              </a:rPr>
              <a:t>Send the same query to BM25, dense and hybrid retrieval; view the ranked results together.</a:t>
            </a:r>
          </a:p>
        </p:txBody>
      </p:sp>
      <p:sp>
        <p:nvSpPr>
          <p:cNvPr id="16" name="">
            <a:extLst xmlns:a="http://schemas.openxmlformats.org/drawingml/2006/main">
              <a:ext uri="{FF2B5EF4-FFF2-40B4-BE49-F238E27FC236}">
                <a16:creationId xmlns:a16="http://schemas.microsoft.com/office/drawing/2014/main" id="{3D26BD3F-8E85-4EBB-9A7A-8F366537AF68}"/>
              </a:ext>
            </a:extLst>
          </p:cNvPr>
          <p:cNvSpPr>
            <a:spLocks xmlns:a="http://schemas.openxmlformats.org/drawingml/2006/main" noGrp="1"/>
          </p:cNvSpPr>
          <p:nvPr/>
        </p:nvSpPr>
        <p:spPr>
          <a:xfrm xmlns:a="http://schemas.openxmlformats.org/drawingml/2006/main">
            <a:off x="7715250" y="2324100"/>
            <a:ext cx="19050" cy="31051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810B832-B642-4716-A4E3-1CC048C8685F}"/>
              </a:ext>
            </a:extLst>
          </p:cNvPr>
          <p:cNvSpPr>
            <a:spLocks xmlns:a="http://schemas.openxmlformats.org/drawingml/2006/main" noGrp="1"/>
          </p:cNvSpPr>
          <p:nvPr/>
        </p:nvSpPr>
        <p:spPr>
          <a:xfrm xmlns:a="http://schemas.openxmlformats.org/drawingml/2006/main">
            <a:off x="8210550" y="2343150"/>
            <a:ext cx="55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325" b="1" i="0">
                <a:solidFill>
                  <a:srgbClr val="14233F"/>
                </a:solidFill>
              </a:defRPr>
            </a:defPPr>
            <a:lvl1pPr algn="l">
              <a:defRPr sz="2325" b="1" i="0">
                <a:solidFill>
                  <a:srgbClr val="14233F"/>
                </a:solidFill>
              </a:defRPr>
            </a:lvl1pPr>
            <a:lvl2pPr algn="l">
              <a:defRPr sz="2325" b="1" i="0">
                <a:solidFill>
                  <a:srgbClr val="14233F"/>
                </a:solidFill>
              </a:defRPr>
            </a:lvl2pPr>
            <a:lvl3pPr algn="l">
              <a:defRPr sz="2325" b="1" i="0">
                <a:solidFill>
                  <a:srgbClr val="14233F"/>
                </a:solidFill>
              </a:defRPr>
            </a:lvl3pPr>
            <a:lvl4pPr algn="l">
              <a:defRPr sz="2325" b="1" i="0">
                <a:solidFill>
                  <a:srgbClr val="14233F"/>
                </a:solidFill>
              </a:defRPr>
            </a:lvl4pPr>
            <a:lvl5pPr algn="l">
              <a:defRPr sz="2325" b="1" i="0">
                <a:solidFill>
                  <a:srgbClr val="14233F"/>
                </a:solidFill>
              </a:defRPr>
            </a:lvl5pPr>
            <a:lvl6pPr algn="l">
              <a:defRPr sz="2325" b="1" i="0">
                <a:solidFill>
                  <a:srgbClr val="14233F"/>
                </a:solidFill>
              </a:defRPr>
            </a:lvl6pPr>
            <a:lvl7pPr algn="l">
              <a:defRPr sz="2325" b="1" i="0">
                <a:solidFill>
                  <a:srgbClr val="14233F"/>
                </a:solidFill>
              </a:defRPr>
            </a:lvl7pPr>
            <a:lvl8pPr algn="l">
              <a:defRPr sz="2325" b="1" i="0">
                <a:solidFill>
                  <a:srgbClr val="14233F"/>
                </a:solidFill>
              </a:defRPr>
            </a:lvl8pPr>
            <a:lvl9pPr algn="l">
              <a:defRPr sz="2325" b="1" i="0">
                <a:solidFill>
                  <a:srgbClr val="14233F"/>
                </a:solidFill>
              </a:defRPr>
            </a:lvl9pPr>
          </a:lstStyle>
          <a:p xmlns:a="http://schemas.openxmlformats.org/drawingml/2006/main">
            <a:pPr algn="l">
              <a:lnSpc>
                <a:spcPct val="105000"/>
              </a:lnSpc>
              <a:buNone/>
              <a:defRPr sz="2325" b="1" i="0">
                <a:solidFill>
                  <a:srgbClr val="14233F"/>
                </a:solidFill>
              </a:defRPr>
            </a:pPr>
            <a:r>
              <a:rPr sz="2325" b="1" i="0">
                <a:solidFill>
                  <a:srgbClr val="14233F"/>
                </a:solidFill>
              </a:rPr>
              <a:t>03</a:t>
            </a:r>
          </a:p>
        </p:txBody>
      </p:sp>
      <p:sp>
        <p:nvSpPr>
          <p:cNvPr id="18" name="">
            <a:extLst xmlns:a="http://schemas.openxmlformats.org/drawingml/2006/main">
              <a:ext uri="{FF2B5EF4-FFF2-40B4-BE49-F238E27FC236}">
                <a16:creationId xmlns:a16="http://schemas.microsoft.com/office/drawing/2014/main" id="{BD865FAE-4BD9-44CD-8961-697DD4D97745}"/>
              </a:ext>
            </a:extLst>
          </p:cNvPr>
          <p:cNvSpPr>
            <a:spLocks xmlns:a="http://schemas.openxmlformats.org/drawingml/2006/main" noGrp="1"/>
          </p:cNvSpPr>
          <p:nvPr/>
        </p:nvSpPr>
        <p:spPr>
          <a:xfrm xmlns:a="http://schemas.openxmlformats.org/drawingml/2006/main">
            <a:off x="8210550" y="2971800"/>
            <a:ext cx="2762250" cy="38100"/>
          </a:xfrm>
          <a:prstGeom xmlns:a="http://schemas.openxmlformats.org/drawingml/2006/main" prst="rect">
            <a:avLst/>
          </a:prstGeom>
          <a:solidFill xmlns:a="http://schemas.openxmlformats.org/drawingml/2006/main">
            <a:srgbClr val="14233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51D55C7-76E9-407F-BB03-C7184BAA75DF}"/>
              </a:ext>
            </a:extLst>
          </p:cNvPr>
          <p:cNvSpPr>
            <a:spLocks xmlns:a="http://schemas.openxmlformats.org/drawingml/2006/main" noGrp="1"/>
          </p:cNvSpPr>
          <p:nvPr/>
        </p:nvSpPr>
        <p:spPr>
          <a:xfrm xmlns:a="http://schemas.openxmlformats.org/drawingml/2006/main">
            <a:off x="8210550" y="3219450"/>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i="0">
                <a:solidFill>
                  <a:srgbClr val="14233F"/>
                </a:solidFill>
              </a:defRPr>
            </a:defPPr>
            <a:lvl1pPr algn="l">
              <a:defRPr sz="1950" b="1" i="0">
                <a:solidFill>
                  <a:srgbClr val="14233F"/>
                </a:solidFill>
              </a:defRPr>
            </a:lvl1pPr>
            <a:lvl2pPr algn="l">
              <a:defRPr sz="1950" b="1" i="0">
                <a:solidFill>
                  <a:srgbClr val="14233F"/>
                </a:solidFill>
              </a:defRPr>
            </a:lvl2pPr>
            <a:lvl3pPr algn="l">
              <a:defRPr sz="1950" b="1" i="0">
                <a:solidFill>
                  <a:srgbClr val="14233F"/>
                </a:solidFill>
              </a:defRPr>
            </a:lvl3pPr>
            <a:lvl4pPr algn="l">
              <a:defRPr sz="1950" b="1" i="0">
                <a:solidFill>
                  <a:srgbClr val="14233F"/>
                </a:solidFill>
              </a:defRPr>
            </a:lvl4pPr>
            <a:lvl5pPr algn="l">
              <a:defRPr sz="1950" b="1" i="0">
                <a:solidFill>
                  <a:srgbClr val="14233F"/>
                </a:solidFill>
              </a:defRPr>
            </a:lvl5pPr>
            <a:lvl6pPr algn="l">
              <a:defRPr sz="1950" b="1" i="0">
                <a:solidFill>
                  <a:srgbClr val="14233F"/>
                </a:solidFill>
              </a:defRPr>
            </a:lvl6pPr>
            <a:lvl7pPr algn="l">
              <a:defRPr sz="1950" b="1" i="0">
                <a:solidFill>
                  <a:srgbClr val="14233F"/>
                </a:solidFill>
              </a:defRPr>
            </a:lvl7pPr>
            <a:lvl8pPr algn="l">
              <a:defRPr sz="1950" b="1" i="0">
                <a:solidFill>
                  <a:srgbClr val="14233F"/>
                </a:solidFill>
              </a:defRPr>
            </a:lvl8pPr>
            <a:lvl9pPr algn="l">
              <a:defRPr sz="1950" b="1" i="0">
                <a:solidFill>
                  <a:srgbClr val="14233F"/>
                </a:solidFill>
              </a:defRPr>
            </a:lvl9pPr>
          </a:lstStyle>
          <a:p xmlns:a="http://schemas.openxmlformats.org/drawingml/2006/main">
            <a:pPr algn="l">
              <a:lnSpc>
                <a:spcPct val="105000"/>
              </a:lnSpc>
              <a:buNone/>
              <a:defRPr sz="1950" b="1" i="0">
                <a:solidFill>
                  <a:srgbClr val="14233F"/>
                </a:solidFill>
              </a:defRPr>
            </a:pPr>
            <a:r>
              <a:rPr sz="1950" b="1" i="0">
                <a:solidFill>
                  <a:srgbClr val="14233F"/>
                </a:solidFill>
              </a:rPr>
              <a:t>Browse the corpus</a:t>
            </a:r>
          </a:p>
        </p:txBody>
      </p:sp>
      <p:sp>
        <p:nvSpPr>
          <p:cNvPr id="20" name="">
            <a:extLst xmlns:a="http://schemas.openxmlformats.org/drawingml/2006/main">
              <a:ext uri="{FF2B5EF4-FFF2-40B4-BE49-F238E27FC236}">
                <a16:creationId xmlns:a16="http://schemas.microsoft.com/office/drawing/2014/main" id="{00B7F199-3816-48B7-B9D4-A915339A978B}"/>
              </a:ext>
            </a:extLst>
          </p:cNvPr>
          <p:cNvSpPr>
            <a:spLocks xmlns:a="http://schemas.openxmlformats.org/drawingml/2006/main" noGrp="1"/>
          </p:cNvSpPr>
          <p:nvPr/>
        </p:nvSpPr>
        <p:spPr>
          <a:xfrm xmlns:a="http://schemas.openxmlformats.org/drawingml/2006/main">
            <a:off x="8210550" y="3714750"/>
            <a:ext cx="2857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i="0">
                <a:solidFill>
                  <a:srgbClr val="263755"/>
                </a:solidFill>
              </a:defRPr>
            </a:defPPr>
            <a:lvl1pPr algn="l">
              <a:defRPr sz="1575" b="0" i="0">
                <a:solidFill>
                  <a:srgbClr val="263755"/>
                </a:solidFill>
              </a:defRPr>
            </a:lvl1pPr>
            <a:lvl2pPr algn="l">
              <a:defRPr sz="1575" b="0" i="0">
                <a:solidFill>
                  <a:srgbClr val="263755"/>
                </a:solidFill>
              </a:defRPr>
            </a:lvl2pPr>
            <a:lvl3pPr algn="l">
              <a:defRPr sz="1575" b="0" i="0">
                <a:solidFill>
                  <a:srgbClr val="263755"/>
                </a:solidFill>
              </a:defRPr>
            </a:lvl3pPr>
            <a:lvl4pPr algn="l">
              <a:defRPr sz="1575" b="0" i="0">
                <a:solidFill>
                  <a:srgbClr val="263755"/>
                </a:solidFill>
              </a:defRPr>
            </a:lvl4pPr>
            <a:lvl5pPr algn="l">
              <a:defRPr sz="1575" b="0" i="0">
                <a:solidFill>
                  <a:srgbClr val="263755"/>
                </a:solidFill>
              </a:defRPr>
            </a:lvl5pPr>
            <a:lvl6pPr algn="l">
              <a:defRPr sz="1575" b="0" i="0">
                <a:solidFill>
                  <a:srgbClr val="263755"/>
                </a:solidFill>
              </a:defRPr>
            </a:lvl6pPr>
            <a:lvl7pPr algn="l">
              <a:defRPr sz="1575" b="0" i="0">
                <a:solidFill>
                  <a:srgbClr val="263755"/>
                </a:solidFill>
              </a:defRPr>
            </a:lvl7pPr>
            <a:lvl8pPr algn="l">
              <a:defRPr sz="1575" b="0" i="0">
                <a:solidFill>
                  <a:srgbClr val="263755"/>
                </a:solidFill>
              </a:defRPr>
            </a:lvl8pPr>
            <a:lvl9pPr algn="l">
              <a:defRPr sz="1575" b="0" i="0">
                <a:solidFill>
                  <a:srgbClr val="263755"/>
                </a:solidFill>
              </a:defRPr>
            </a:lvl9pPr>
          </a:lstStyle>
          <a:p xmlns:a="http://schemas.openxmlformats.org/drawingml/2006/main">
            <a:pPr algn="l">
              <a:lnSpc>
                <a:spcPct val="112000"/>
              </a:lnSpc>
              <a:buNone/>
              <a:defRPr sz="1575" b="0" i="0">
                <a:solidFill>
                  <a:srgbClr val="263755"/>
                </a:solidFill>
              </a:defRPr>
            </a:pPr>
            <a:r>
              <a:rPr sz="1575" b="0" i="0">
                <a:solidFill>
                  <a:srgbClr val="263755"/>
                </a:solidFill>
              </a:rPr>
              <a:t>Explore the paper library and aggregate evaluation view alongside query-level comparisons.</a:t>
            </a:r>
          </a:p>
        </p:txBody>
      </p:sp>
      <p:sp>
        <p:nvSpPr>
          <p:cNvPr id="21" name="">
            <a:extLst xmlns:a="http://schemas.openxmlformats.org/drawingml/2006/main">
              <a:ext uri="{FF2B5EF4-FFF2-40B4-BE49-F238E27FC236}">
                <a16:creationId xmlns:a16="http://schemas.microsoft.com/office/drawing/2014/main" id="{48CD632B-C026-4BE7-B577-4E50C70E033F}"/>
              </a:ext>
            </a:extLst>
          </p:cNvPr>
          <p:cNvSpPr>
            <a:spLocks xmlns:a="http://schemas.openxmlformats.org/drawingml/2006/main" noGrp="1"/>
          </p:cNvSpPr>
          <p:nvPr/>
        </p:nvSpPr>
        <p:spPr>
          <a:xfrm xmlns:a="http://schemas.openxmlformats.org/drawingml/2006/main">
            <a:off x="819150" y="5372100"/>
            <a:ext cx="95250" cy="95250"/>
          </a:xfrm>
          <a:prstGeom xmlns:a="http://schemas.openxmlformats.org/drawingml/2006/main" prst="ellipse">
            <a:avLst/>
          </a:prstGeom>
          <a:solidFill xmlns:a="http://schemas.openxmlformats.org/drawingml/2006/main">
            <a:srgbClr val="278C8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89E5F74-903E-4208-BB76-4E7336393051}"/>
              </a:ext>
            </a:extLst>
          </p:cNvPr>
          <p:cNvSpPr>
            <a:spLocks xmlns:a="http://schemas.openxmlformats.org/drawingml/2006/main" noGrp="1"/>
          </p:cNvSpPr>
          <p:nvPr/>
        </p:nvSpPr>
        <p:spPr>
          <a:xfrm xmlns:a="http://schemas.openxmlformats.org/drawingml/2006/main">
            <a:off x="1066800" y="52768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i="0">
                <a:solidFill>
                  <a:srgbClr val="65728A"/>
                </a:solidFill>
              </a:defRPr>
            </a:defPPr>
            <a:lvl1pPr algn="l">
              <a:defRPr sz="1425" b="1" i="0">
                <a:solidFill>
                  <a:srgbClr val="65728A"/>
                </a:solidFill>
              </a:defRPr>
            </a:lvl1pPr>
            <a:lvl2pPr algn="l">
              <a:defRPr sz="1425" b="1" i="0">
                <a:solidFill>
                  <a:srgbClr val="65728A"/>
                </a:solidFill>
              </a:defRPr>
            </a:lvl2pPr>
            <a:lvl3pPr algn="l">
              <a:defRPr sz="1425" b="1" i="0">
                <a:solidFill>
                  <a:srgbClr val="65728A"/>
                </a:solidFill>
              </a:defRPr>
            </a:lvl3pPr>
            <a:lvl4pPr algn="l">
              <a:defRPr sz="1425" b="1" i="0">
                <a:solidFill>
                  <a:srgbClr val="65728A"/>
                </a:solidFill>
              </a:defRPr>
            </a:lvl4pPr>
            <a:lvl5pPr algn="l">
              <a:defRPr sz="1425" b="1" i="0">
                <a:solidFill>
                  <a:srgbClr val="65728A"/>
                </a:solidFill>
              </a:defRPr>
            </a:lvl5pPr>
            <a:lvl6pPr algn="l">
              <a:defRPr sz="1425" b="1" i="0">
                <a:solidFill>
                  <a:srgbClr val="65728A"/>
                </a:solidFill>
              </a:defRPr>
            </a:lvl6pPr>
            <a:lvl7pPr algn="l">
              <a:defRPr sz="1425" b="1" i="0">
                <a:solidFill>
                  <a:srgbClr val="65728A"/>
                </a:solidFill>
              </a:defRPr>
            </a:lvl7pPr>
            <a:lvl8pPr algn="l">
              <a:defRPr sz="1425" b="1" i="0">
                <a:solidFill>
                  <a:srgbClr val="65728A"/>
                </a:solidFill>
              </a:defRPr>
            </a:lvl8pPr>
            <a:lvl9pPr algn="l">
              <a:defRPr sz="1425" b="1" i="0">
                <a:solidFill>
                  <a:srgbClr val="65728A"/>
                </a:solidFill>
              </a:defRPr>
            </a:lvl9pPr>
          </a:lstStyle>
          <a:p xmlns:a="http://schemas.openxmlformats.org/drawingml/2006/main">
            <a:pPr algn="l">
              <a:lnSpc>
                <a:spcPct val="105000"/>
              </a:lnSpc>
              <a:buNone/>
              <a:defRPr sz="1425" b="1" i="0">
                <a:solidFill>
                  <a:srgbClr val="65728A"/>
                </a:solidFill>
              </a:defRPr>
            </a:pPr>
            <a:r>
              <a:rPr sz="1425" b="1" i="0">
                <a:solidFill>
                  <a:srgbClr val="65728A"/>
                </a:solidFill>
              </a:rPr>
              <a:t>Local retrieval and evaluation run without AWS; answer generation is a separate optional Bedrock path.</a:t>
            </a:r>
          </a:p>
        </p:txBody>
      </p:sp>
    </p:spTree>
    <p:extLst>
      <p:ext uri="{BB962C8B-B14F-4D97-AF65-F5344CB8AC3E}">
        <p14:creationId xmlns:p14="http://schemas.microsoft.com/office/powerpoint/2010/main" val="484988486"/>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E2708E3-6860-4DB9-89AF-EAED480DFD26}"/>
              </a:ext>
            </a:extLst>
          </p:cNvPr>
          <p:cNvSpPr>
            <a:spLocks xmlns:a="http://schemas.openxmlformats.org/drawingml/2006/main" noGrp="1"/>
          </p:cNvSpPr>
          <p:nvPr/>
        </p:nvSpPr>
        <p:spPr>
          <a:xfrm xmlns:a="http://schemas.openxmlformats.org/drawingml/2006/main">
            <a:off x="685800" y="4191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150" b="1" i="0">
                <a:solidFill>
                  <a:srgbClr val="14233F"/>
                </a:solidFill>
              </a:defRPr>
            </a:defPPr>
            <a:lvl1pPr algn="l">
              <a:defRPr sz="3150" b="1" i="0">
                <a:solidFill>
                  <a:srgbClr val="14233F"/>
                </a:solidFill>
              </a:defRPr>
            </a:lvl1pPr>
            <a:lvl2pPr algn="l">
              <a:defRPr sz="3150" b="1" i="0">
                <a:solidFill>
                  <a:srgbClr val="14233F"/>
                </a:solidFill>
              </a:defRPr>
            </a:lvl2pPr>
            <a:lvl3pPr algn="l">
              <a:defRPr sz="3150" b="1" i="0">
                <a:solidFill>
                  <a:srgbClr val="14233F"/>
                </a:solidFill>
              </a:defRPr>
            </a:lvl3pPr>
            <a:lvl4pPr algn="l">
              <a:defRPr sz="3150" b="1" i="0">
                <a:solidFill>
                  <a:srgbClr val="14233F"/>
                </a:solidFill>
              </a:defRPr>
            </a:lvl4pPr>
            <a:lvl5pPr algn="l">
              <a:defRPr sz="3150" b="1" i="0">
                <a:solidFill>
                  <a:srgbClr val="14233F"/>
                </a:solidFill>
              </a:defRPr>
            </a:lvl5pPr>
            <a:lvl6pPr algn="l">
              <a:defRPr sz="3150" b="1" i="0">
                <a:solidFill>
                  <a:srgbClr val="14233F"/>
                </a:solidFill>
              </a:defRPr>
            </a:lvl6pPr>
            <a:lvl7pPr algn="l">
              <a:defRPr sz="3150" b="1" i="0">
                <a:solidFill>
                  <a:srgbClr val="14233F"/>
                </a:solidFill>
              </a:defRPr>
            </a:lvl7pPr>
            <a:lvl8pPr algn="l">
              <a:defRPr sz="3150" b="1" i="0">
                <a:solidFill>
                  <a:srgbClr val="14233F"/>
                </a:solidFill>
              </a:defRPr>
            </a:lvl8pPr>
            <a:lvl9pPr algn="l">
              <a:defRPr sz="3150" b="1" i="0">
                <a:solidFill>
                  <a:srgbClr val="14233F"/>
                </a:solidFill>
              </a:defRPr>
            </a:lvl9pPr>
          </a:lstStyle>
          <a:p xmlns:a="http://schemas.openxmlformats.org/drawingml/2006/main">
            <a:pPr algn="l">
              <a:lnSpc>
                <a:spcPct val="105000"/>
              </a:lnSpc>
              <a:buNone/>
              <a:defRPr sz="3150" b="1" i="0">
                <a:solidFill>
                  <a:srgbClr val="14233F"/>
                </a:solidFill>
              </a:defRPr>
            </a:pPr>
            <a:r>
              <a:rPr sz="3150" b="1" i="0">
                <a:solidFill>
                  <a:srgbClr val="14233F"/>
                </a:solidFill>
              </a:rPr>
              <a:t>Limitations and next steps</a:t>
            </a:r>
          </a:p>
        </p:txBody>
      </p:sp>
      <p:sp>
        <p:nvSpPr>
          <p:cNvPr id="2" name="">
            <a:extLst xmlns:a="http://schemas.openxmlformats.org/drawingml/2006/main">
              <a:ext uri="{FF2B5EF4-FFF2-40B4-BE49-F238E27FC236}">
                <a16:creationId xmlns:a16="http://schemas.microsoft.com/office/drawing/2014/main" id="{FF67712A-4F93-4D25-935A-27208D4EB789}"/>
              </a:ext>
            </a:extLst>
          </p:cNvPr>
          <p:cNvSpPr>
            <a:spLocks xmlns:a="http://schemas.openxmlformats.org/drawingml/2006/main" noGrp="1"/>
          </p:cNvSpPr>
          <p:nvPr/>
        </p:nvSpPr>
        <p:spPr>
          <a:xfrm xmlns:a="http://schemas.openxmlformats.org/drawingml/2006/main">
            <a:off x="685800" y="1162050"/>
            <a:ext cx="108204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608753-CEB4-4D23-B50D-008B6F7DEF78}"/>
              </a:ext>
            </a:extLst>
          </p:cNvPr>
          <p:cNvSpPr>
            <a:spLocks xmlns:a="http://schemas.openxmlformats.org/drawingml/2006/main" noGrp="1"/>
          </p:cNvSpPr>
          <p:nvPr/>
        </p:nvSpPr>
        <p:spPr>
          <a:xfrm xmlns:a="http://schemas.openxmlformats.org/drawingml/2006/main">
            <a:off x="685800" y="1162050"/>
            <a:ext cx="742950" cy="28575"/>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542B229-F511-4ADA-A2DD-ADB0E78F935D}"/>
              </a:ext>
            </a:extLst>
          </p:cNvPr>
          <p:cNvSpPr>
            <a:spLocks xmlns:a="http://schemas.openxmlformats.org/drawingml/2006/main" noGrp="1"/>
          </p:cNvSpPr>
          <p:nvPr/>
        </p:nvSpPr>
        <p:spPr>
          <a:xfrm xmlns:a="http://schemas.openxmlformats.org/drawingml/2006/main">
            <a:off x="685800" y="6457950"/>
            <a:ext cx="609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i="0">
                <a:solidFill>
                  <a:srgbClr val="65728A"/>
                </a:solidFill>
              </a:defRPr>
            </a:defPPr>
            <a:lvl1pPr algn="l">
              <a:defRPr sz="1050" b="1" i="0">
                <a:solidFill>
                  <a:srgbClr val="65728A"/>
                </a:solidFill>
              </a:defRPr>
            </a:lvl1pPr>
            <a:lvl2pPr algn="l">
              <a:defRPr sz="1050" b="1" i="0">
                <a:solidFill>
                  <a:srgbClr val="65728A"/>
                </a:solidFill>
              </a:defRPr>
            </a:lvl2pPr>
            <a:lvl3pPr algn="l">
              <a:defRPr sz="1050" b="1" i="0">
                <a:solidFill>
                  <a:srgbClr val="65728A"/>
                </a:solidFill>
              </a:defRPr>
            </a:lvl3pPr>
            <a:lvl4pPr algn="l">
              <a:defRPr sz="1050" b="1" i="0">
                <a:solidFill>
                  <a:srgbClr val="65728A"/>
                </a:solidFill>
              </a:defRPr>
            </a:lvl4pPr>
            <a:lvl5pPr algn="l">
              <a:defRPr sz="1050" b="1" i="0">
                <a:solidFill>
                  <a:srgbClr val="65728A"/>
                </a:solidFill>
              </a:defRPr>
            </a:lvl5pPr>
            <a:lvl6pPr algn="l">
              <a:defRPr sz="1050" b="1" i="0">
                <a:solidFill>
                  <a:srgbClr val="65728A"/>
                </a:solidFill>
              </a:defRPr>
            </a:lvl6pPr>
            <a:lvl7pPr algn="l">
              <a:defRPr sz="1050" b="1" i="0">
                <a:solidFill>
                  <a:srgbClr val="65728A"/>
                </a:solidFill>
              </a:defRPr>
            </a:lvl7pPr>
            <a:lvl8pPr algn="l">
              <a:defRPr sz="1050" b="1" i="0">
                <a:solidFill>
                  <a:srgbClr val="65728A"/>
                </a:solidFill>
              </a:defRPr>
            </a:lvl8pPr>
            <a:lvl9pPr algn="l">
              <a:defRPr sz="1050" b="1" i="0">
                <a:solidFill>
                  <a:srgbClr val="65728A"/>
                </a:solidFill>
              </a:defRPr>
            </a:lvl9pPr>
          </a:lstStyle>
          <a:p xmlns:a="http://schemas.openxmlformats.org/drawingml/2006/main">
            <a:pPr algn="l">
              <a:lnSpc>
                <a:spcPct val="105000"/>
              </a:lnSpc>
              <a:buNone/>
              <a:defRPr sz="1050" b="1" i="0">
                <a:solidFill>
                  <a:srgbClr val="65728A"/>
                </a:solidFill>
              </a:defRPr>
            </a:pPr>
            <a:r>
              <a:rPr sz="1050" b="1" i="0">
                <a:solidFill>
                  <a:srgbClr val="65728A"/>
                </a:solidFill>
              </a:rPr>
              <a:t>RAG RETRIEVAL BENCHMARK</a:t>
            </a:r>
          </a:p>
        </p:txBody>
      </p:sp>
      <p:sp>
        <p:nvSpPr>
          <p:cNvPr id="5" name="">
            <a:extLst xmlns:a="http://schemas.openxmlformats.org/drawingml/2006/main">
              <a:ext uri="{FF2B5EF4-FFF2-40B4-BE49-F238E27FC236}">
                <a16:creationId xmlns:a16="http://schemas.microsoft.com/office/drawing/2014/main" id="{613F7715-3003-4338-9289-E55BE5614B9C}"/>
              </a:ext>
            </a:extLst>
          </p:cNvPr>
          <p:cNvSpPr>
            <a:spLocks xmlns:a="http://schemas.openxmlformats.org/drawingml/2006/main" noGrp="1"/>
          </p:cNvSpPr>
          <p:nvPr/>
        </p:nvSpPr>
        <p:spPr>
          <a:xfrm xmlns:a="http://schemas.openxmlformats.org/drawingml/2006/main">
            <a:off x="10953750" y="64198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i="0">
                <a:solidFill>
                  <a:srgbClr val="65728A"/>
                </a:solidFill>
              </a:defRPr>
            </a:defPPr>
            <a:lvl1pPr algn="r">
              <a:defRPr sz="1200" b="1" i="0">
                <a:solidFill>
                  <a:srgbClr val="65728A"/>
                </a:solidFill>
              </a:defRPr>
            </a:lvl1pPr>
            <a:lvl2pPr algn="r">
              <a:defRPr sz="1200" b="1" i="0">
                <a:solidFill>
                  <a:srgbClr val="65728A"/>
                </a:solidFill>
              </a:defRPr>
            </a:lvl2pPr>
            <a:lvl3pPr algn="r">
              <a:defRPr sz="1200" b="1" i="0">
                <a:solidFill>
                  <a:srgbClr val="65728A"/>
                </a:solidFill>
              </a:defRPr>
            </a:lvl3pPr>
            <a:lvl4pPr algn="r">
              <a:defRPr sz="1200" b="1" i="0">
                <a:solidFill>
                  <a:srgbClr val="65728A"/>
                </a:solidFill>
              </a:defRPr>
            </a:lvl4pPr>
            <a:lvl5pPr algn="r">
              <a:defRPr sz="1200" b="1" i="0">
                <a:solidFill>
                  <a:srgbClr val="65728A"/>
                </a:solidFill>
              </a:defRPr>
            </a:lvl5pPr>
            <a:lvl6pPr algn="r">
              <a:defRPr sz="1200" b="1" i="0">
                <a:solidFill>
                  <a:srgbClr val="65728A"/>
                </a:solidFill>
              </a:defRPr>
            </a:lvl6pPr>
            <a:lvl7pPr algn="r">
              <a:defRPr sz="1200" b="1" i="0">
                <a:solidFill>
                  <a:srgbClr val="65728A"/>
                </a:solidFill>
              </a:defRPr>
            </a:lvl7pPr>
            <a:lvl8pPr algn="r">
              <a:defRPr sz="1200" b="1" i="0">
                <a:solidFill>
                  <a:srgbClr val="65728A"/>
                </a:solidFill>
              </a:defRPr>
            </a:lvl8pPr>
            <a:lvl9pPr algn="r">
              <a:defRPr sz="1200" b="1" i="0">
                <a:solidFill>
                  <a:srgbClr val="65728A"/>
                </a:solidFill>
              </a:defRPr>
            </a:lvl9pPr>
          </a:lstStyle>
          <a:p xmlns:a="http://schemas.openxmlformats.org/drawingml/2006/main">
            <a:pPr algn="r">
              <a:lnSpc>
                <a:spcPct val="105000"/>
              </a:lnSpc>
              <a:buNone/>
              <a:defRPr sz="1200" b="1" i="0">
                <a:solidFill>
                  <a:srgbClr val="65728A"/>
                </a:solidFill>
              </a:defRPr>
            </a:pPr>
            <a:r>
              <a:rPr sz="1200" b="1" i="0">
                <a:solidFill>
                  <a:srgbClr val="65728A"/>
                </a:solidFill>
              </a:rPr>
              <a:t>12</a:t>
            </a:r>
          </a:p>
        </p:txBody>
      </p:sp>
      <p:sp>
        <p:nvSpPr>
          <p:cNvPr id="6" name="">
            <a:extLst xmlns:a="http://schemas.openxmlformats.org/drawingml/2006/main">
              <a:ext uri="{FF2B5EF4-FFF2-40B4-BE49-F238E27FC236}">
                <a16:creationId xmlns:a16="http://schemas.microsoft.com/office/drawing/2014/main" id="{1219E848-C03B-4CC4-8B3A-C2FAAFBB41B0}"/>
              </a:ext>
            </a:extLst>
          </p:cNvPr>
          <p:cNvSpPr>
            <a:spLocks xmlns:a="http://schemas.openxmlformats.org/drawingml/2006/main" noGrp="1"/>
          </p:cNvSpPr>
          <p:nvPr/>
        </p:nvSpPr>
        <p:spPr>
          <a:xfrm xmlns:a="http://schemas.openxmlformats.org/drawingml/2006/main">
            <a:off x="685800" y="148590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i="0">
                <a:solidFill>
                  <a:srgbClr val="263755"/>
                </a:solidFill>
              </a:defRPr>
            </a:defPPr>
            <a:lvl1pPr algn="l">
              <a:defRPr sz="1800" b="0" i="0">
                <a:solidFill>
                  <a:srgbClr val="263755"/>
                </a:solidFill>
              </a:defRPr>
            </a:lvl1pPr>
            <a:lvl2pPr algn="l">
              <a:defRPr sz="1800" b="0" i="0">
                <a:solidFill>
                  <a:srgbClr val="263755"/>
                </a:solidFill>
              </a:defRPr>
            </a:lvl2pPr>
            <a:lvl3pPr algn="l">
              <a:defRPr sz="1800" b="0" i="0">
                <a:solidFill>
                  <a:srgbClr val="263755"/>
                </a:solidFill>
              </a:defRPr>
            </a:lvl3pPr>
            <a:lvl4pPr algn="l">
              <a:defRPr sz="1800" b="0" i="0">
                <a:solidFill>
                  <a:srgbClr val="263755"/>
                </a:solidFill>
              </a:defRPr>
            </a:lvl4pPr>
            <a:lvl5pPr algn="l">
              <a:defRPr sz="1800" b="0" i="0">
                <a:solidFill>
                  <a:srgbClr val="263755"/>
                </a:solidFill>
              </a:defRPr>
            </a:lvl5pPr>
            <a:lvl6pPr algn="l">
              <a:defRPr sz="1800" b="0" i="0">
                <a:solidFill>
                  <a:srgbClr val="263755"/>
                </a:solidFill>
              </a:defRPr>
            </a:lvl6pPr>
            <a:lvl7pPr algn="l">
              <a:defRPr sz="1800" b="0" i="0">
                <a:solidFill>
                  <a:srgbClr val="263755"/>
                </a:solidFill>
              </a:defRPr>
            </a:lvl7pPr>
            <a:lvl8pPr algn="l">
              <a:defRPr sz="1800" b="0" i="0">
                <a:solidFill>
                  <a:srgbClr val="263755"/>
                </a:solidFill>
              </a:defRPr>
            </a:lvl8pPr>
            <a:lvl9pPr algn="l">
              <a:defRPr sz="1800" b="0" i="0">
                <a:solidFill>
                  <a:srgbClr val="263755"/>
                </a:solidFill>
              </a:defRPr>
            </a:lvl9pPr>
          </a:lstStyle>
          <a:p xmlns:a="http://schemas.openxmlformats.org/drawingml/2006/main">
            <a:pPr algn="l">
              <a:lnSpc>
                <a:spcPct val="105000"/>
              </a:lnSpc>
              <a:buNone/>
              <a:defRPr sz="1800" b="0" i="0">
                <a:solidFill>
                  <a:srgbClr val="263755"/>
                </a:solidFill>
              </a:defRPr>
            </a:pPr>
            <a:r>
              <a:rPr sz="1800" b="0" i="0">
                <a:solidFill>
                  <a:srgbClr val="263755"/>
                </a:solidFill>
              </a:rPr>
              <a:t>The next evaluation pass focuses on query quality and evidence review.</a:t>
            </a:r>
          </a:p>
        </p:txBody>
      </p:sp>
      <p:sp>
        <p:nvSpPr>
          <p:cNvPr id="7" name="">
            <a:extLst xmlns:a="http://schemas.openxmlformats.org/drawingml/2006/main">
              <a:ext uri="{FF2B5EF4-FFF2-40B4-BE49-F238E27FC236}">
                <a16:creationId xmlns:a16="http://schemas.microsoft.com/office/drawing/2014/main" id="{D8B93560-24D5-4283-8E3E-1A5D2EADCC7A}"/>
              </a:ext>
            </a:extLst>
          </p:cNvPr>
          <p:cNvSpPr>
            <a:spLocks xmlns:a="http://schemas.openxmlformats.org/drawingml/2006/main" noGrp="1"/>
          </p:cNvSpPr>
          <p:nvPr/>
        </p:nvSpPr>
        <p:spPr>
          <a:xfrm xmlns:a="http://schemas.openxmlformats.org/drawingml/2006/main">
            <a:off x="781050" y="2247900"/>
            <a:ext cx="66675" cy="838200"/>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E9B4F49-4ECE-4B32-9848-D357FEFAE259}"/>
              </a:ext>
            </a:extLst>
          </p:cNvPr>
          <p:cNvSpPr>
            <a:spLocks xmlns:a="http://schemas.openxmlformats.org/drawingml/2006/main" noGrp="1"/>
          </p:cNvSpPr>
          <p:nvPr/>
        </p:nvSpPr>
        <p:spPr>
          <a:xfrm xmlns:a="http://schemas.openxmlformats.org/drawingml/2006/main">
            <a:off x="1066800" y="22574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i="0">
                <a:solidFill>
                  <a:srgbClr val="D89A35"/>
                </a:solidFill>
              </a:defRPr>
            </a:defPPr>
            <a:lvl1pPr algn="l">
              <a:defRPr sz="1650" b="1" i="0">
                <a:solidFill>
                  <a:srgbClr val="D89A35"/>
                </a:solidFill>
              </a:defRPr>
            </a:lvl1pPr>
            <a:lvl2pPr algn="l">
              <a:defRPr sz="1650" b="1" i="0">
                <a:solidFill>
                  <a:srgbClr val="D89A35"/>
                </a:solidFill>
              </a:defRPr>
            </a:lvl2pPr>
            <a:lvl3pPr algn="l">
              <a:defRPr sz="1650" b="1" i="0">
                <a:solidFill>
                  <a:srgbClr val="D89A35"/>
                </a:solidFill>
              </a:defRPr>
            </a:lvl3pPr>
            <a:lvl4pPr algn="l">
              <a:defRPr sz="1650" b="1" i="0">
                <a:solidFill>
                  <a:srgbClr val="D89A35"/>
                </a:solidFill>
              </a:defRPr>
            </a:lvl4pPr>
            <a:lvl5pPr algn="l">
              <a:defRPr sz="1650" b="1" i="0">
                <a:solidFill>
                  <a:srgbClr val="D89A35"/>
                </a:solidFill>
              </a:defRPr>
            </a:lvl5pPr>
            <a:lvl6pPr algn="l">
              <a:defRPr sz="1650" b="1" i="0">
                <a:solidFill>
                  <a:srgbClr val="D89A35"/>
                </a:solidFill>
              </a:defRPr>
            </a:lvl6pPr>
            <a:lvl7pPr algn="l">
              <a:defRPr sz="1650" b="1" i="0">
                <a:solidFill>
                  <a:srgbClr val="D89A35"/>
                </a:solidFill>
              </a:defRPr>
            </a:lvl7pPr>
            <a:lvl8pPr algn="l">
              <a:defRPr sz="1650" b="1" i="0">
                <a:solidFill>
                  <a:srgbClr val="D89A35"/>
                </a:solidFill>
              </a:defRPr>
            </a:lvl8pPr>
            <a:lvl9pPr algn="l">
              <a:defRPr sz="1650" b="1" i="0">
                <a:solidFill>
                  <a:srgbClr val="D89A35"/>
                </a:solidFill>
              </a:defRPr>
            </a:lvl9pPr>
          </a:lstStyle>
          <a:p xmlns:a="http://schemas.openxmlformats.org/drawingml/2006/main">
            <a:pPr algn="l">
              <a:lnSpc>
                <a:spcPct val="105000"/>
              </a:lnSpc>
              <a:buNone/>
              <a:defRPr sz="1650" b="1" i="0">
                <a:solidFill>
                  <a:srgbClr val="D89A35"/>
                </a:solidFill>
              </a:defRPr>
            </a:pPr>
            <a:r>
              <a:rPr sz="1650" b="1" i="0">
                <a:solidFill>
                  <a:srgbClr val="D89A35"/>
                </a:solidFill>
              </a:rPr>
              <a:t>Current set</a:t>
            </a:r>
          </a:p>
        </p:txBody>
      </p:sp>
      <p:sp>
        <p:nvSpPr>
          <p:cNvPr id="9" name="">
            <a:extLst xmlns:a="http://schemas.openxmlformats.org/drawingml/2006/main">
              <a:ext uri="{FF2B5EF4-FFF2-40B4-BE49-F238E27FC236}">
                <a16:creationId xmlns:a16="http://schemas.microsoft.com/office/drawing/2014/main" id="{D4727282-969E-45F5-8DE0-17939B23ADAD}"/>
              </a:ext>
            </a:extLst>
          </p:cNvPr>
          <p:cNvSpPr>
            <a:spLocks xmlns:a="http://schemas.openxmlformats.org/drawingml/2006/main" noGrp="1"/>
          </p:cNvSpPr>
          <p:nvPr/>
        </p:nvSpPr>
        <p:spPr>
          <a:xfrm xmlns:a="http://schemas.openxmlformats.org/drawingml/2006/main">
            <a:off x="3352800" y="2247900"/>
            <a:ext cx="762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i="0">
                <a:solidFill>
                  <a:srgbClr val="263755"/>
                </a:solidFill>
              </a:defRPr>
            </a:defPPr>
            <a:lvl1pPr algn="l">
              <a:defRPr sz="1575" b="0" i="0">
                <a:solidFill>
                  <a:srgbClr val="263755"/>
                </a:solidFill>
              </a:defRPr>
            </a:lvl1pPr>
            <a:lvl2pPr algn="l">
              <a:defRPr sz="1575" b="0" i="0">
                <a:solidFill>
                  <a:srgbClr val="263755"/>
                </a:solidFill>
              </a:defRPr>
            </a:lvl2pPr>
            <a:lvl3pPr algn="l">
              <a:defRPr sz="1575" b="0" i="0">
                <a:solidFill>
                  <a:srgbClr val="263755"/>
                </a:solidFill>
              </a:defRPr>
            </a:lvl3pPr>
            <a:lvl4pPr algn="l">
              <a:defRPr sz="1575" b="0" i="0">
                <a:solidFill>
                  <a:srgbClr val="263755"/>
                </a:solidFill>
              </a:defRPr>
            </a:lvl4pPr>
            <a:lvl5pPr algn="l">
              <a:defRPr sz="1575" b="0" i="0">
                <a:solidFill>
                  <a:srgbClr val="263755"/>
                </a:solidFill>
              </a:defRPr>
            </a:lvl5pPr>
            <a:lvl6pPr algn="l">
              <a:defRPr sz="1575" b="0" i="0">
                <a:solidFill>
                  <a:srgbClr val="263755"/>
                </a:solidFill>
              </a:defRPr>
            </a:lvl6pPr>
            <a:lvl7pPr algn="l">
              <a:defRPr sz="1575" b="0" i="0">
                <a:solidFill>
                  <a:srgbClr val="263755"/>
                </a:solidFill>
              </a:defRPr>
            </a:lvl7pPr>
            <a:lvl8pPr algn="l">
              <a:defRPr sz="1575" b="0" i="0">
                <a:solidFill>
                  <a:srgbClr val="263755"/>
                </a:solidFill>
              </a:defRPr>
            </a:lvl8pPr>
            <a:lvl9pPr algn="l">
              <a:defRPr sz="1575" b="0" i="0">
                <a:solidFill>
                  <a:srgbClr val="263755"/>
                </a:solidFill>
              </a:defRPr>
            </a:lvl9pPr>
          </a:lstStyle>
          <a:p xmlns:a="http://schemas.openxmlformats.org/drawingml/2006/main">
            <a:pPr algn="l">
              <a:lnSpc>
                <a:spcPct val="112000"/>
              </a:lnSpc>
              <a:buNone/>
              <a:defRPr sz="1575" b="0" i="0">
                <a:solidFill>
                  <a:srgbClr val="263755"/>
                </a:solidFill>
              </a:defRPr>
            </a:pPr>
            <a:r>
              <a:rPr sz="1575" b="0" i="0">
                <a:solidFill>
                  <a:srgbClr val="263755"/>
                </a:solidFill>
              </a:rPr>
              <a:t>45 questions, one per paper; most are based on abstracts and need human review for naturalness and answer correctness.</a:t>
            </a:r>
          </a:p>
        </p:txBody>
      </p:sp>
      <p:sp>
        <p:nvSpPr>
          <p:cNvPr id="10" name="">
            <a:extLst xmlns:a="http://schemas.openxmlformats.org/drawingml/2006/main">
              <a:ext uri="{FF2B5EF4-FFF2-40B4-BE49-F238E27FC236}">
                <a16:creationId xmlns:a16="http://schemas.microsoft.com/office/drawing/2014/main" id="{5684653D-2A51-4F7F-A924-ED233188F68F}"/>
              </a:ext>
            </a:extLst>
          </p:cNvPr>
          <p:cNvSpPr>
            <a:spLocks xmlns:a="http://schemas.openxmlformats.org/drawingml/2006/main" noGrp="1"/>
          </p:cNvSpPr>
          <p:nvPr/>
        </p:nvSpPr>
        <p:spPr>
          <a:xfrm xmlns:a="http://schemas.openxmlformats.org/drawingml/2006/main">
            <a:off x="1066800" y="3219450"/>
            <a:ext cx="99060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DDC5AB6-2BDB-4349-B8BE-886E5F45739D}"/>
              </a:ext>
            </a:extLst>
          </p:cNvPr>
          <p:cNvSpPr>
            <a:spLocks xmlns:a="http://schemas.openxmlformats.org/drawingml/2006/main" noGrp="1"/>
          </p:cNvSpPr>
          <p:nvPr/>
        </p:nvSpPr>
        <p:spPr>
          <a:xfrm xmlns:a="http://schemas.openxmlformats.org/drawingml/2006/main">
            <a:off x="781050" y="3429000"/>
            <a:ext cx="66675" cy="838200"/>
          </a:xfrm>
          <a:prstGeom xmlns:a="http://schemas.openxmlformats.org/drawingml/2006/main" prst="rect">
            <a:avLst/>
          </a:prstGeom>
          <a:solidFill xmlns:a="http://schemas.openxmlformats.org/drawingml/2006/main">
            <a:srgbClr val="278C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0217F86-253D-418E-A70E-7D665FFDCBD7}"/>
              </a:ext>
            </a:extLst>
          </p:cNvPr>
          <p:cNvSpPr>
            <a:spLocks xmlns:a="http://schemas.openxmlformats.org/drawingml/2006/main" noGrp="1"/>
          </p:cNvSpPr>
          <p:nvPr/>
        </p:nvSpPr>
        <p:spPr>
          <a:xfrm xmlns:a="http://schemas.openxmlformats.org/drawingml/2006/main">
            <a:off x="1066800" y="34385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i="0">
                <a:solidFill>
                  <a:srgbClr val="278C8C"/>
                </a:solidFill>
              </a:defRPr>
            </a:defPPr>
            <a:lvl1pPr algn="l">
              <a:defRPr sz="1650" b="1" i="0">
                <a:solidFill>
                  <a:srgbClr val="278C8C"/>
                </a:solidFill>
              </a:defRPr>
            </a:lvl1pPr>
            <a:lvl2pPr algn="l">
              <a:defRPr sz="1650" b="1" i="0">
                <a:solidFill>
                  <a:srgbClr val="278C8C"/>
                </a:solidFill>
              </a:defRPr>
            </a:lvl2pPr>
            <a:lvl3pPr algn="l">
              <a:defRPr sz="1650" b="1" i="0">
                <a:solidFill>
                  <a:srgbClr val="278C8C"/>
                </a:solidFill>
              </a:defRPr>
            </a:lvl3pPr>
            <a:lvl4pPr algn="l">
              <a:defRPr sz="1650" b="1" i="0">
                <a:solidFill>
                  <a:srgbClr val="278C8C"/>
                </a:solidFill>
              </a:defRPr>
            </a:lvl4pPr>
            <a:lvl5pPr algn="l">
              <a:defRPr sz="1650" b="1" i="0">
                <a:solidFill>
                  <a:srgbClr val="278C8C"/>
                </a:solidFill>
              </a:defRPr>
            </a:lvl5pPr>
            <a:lvl6pPr algn="l">
              <a:defRPr sz="1650" b="1" i="0">
                <a:solidFill>
                  <a:srgbClr val="278C8C"/>
                </a:solidFill>
              </a:defRPr>
            </a:lvl6pPr>
            <a:lvl7pPr algn="l">
              <a:defRPr sz="1650" b="1" i="0">
                <a:solidFill>
                  <a:srgbClr val="278C8C"/>
                </a:solidFill>
              </a:defRPr>
            </a:lvl7pPr>
            <a:lvl8pPr algn="l">
              <a:defRPr sz="1650" b="1" i="0">
                <a:solidFill>
                  <a:srgbClr val="278C8C"/>
                </a:solidFill>
              </a:defRPr>
            </a:lvl8pPr>
            <a:lvl9pPr algn="l">
              <a:defRPr sz="1650" b="1" i="0">
                <a:solidFill>
                  <a:srgbClr val="278C8C"/>
                </a:solidFill>
              </a:defRPr>
            </a:lvl9pPr>
          </a:lstStyle>
          <a:p xmlns:a="http://schemas.openxmlformats.org/drawingml/2006/main">
            <a:pPr algn="l">
              <a:lnSpc>
                <a:spcPct val="105000"/>
              </a:lnSpc>
              <a:buNone/>
              <a:defRPr sz="1650" b="1" i="0">
                <a:solidFill>
                  <a:srgbClr val="278C8C"/>
                </a:solidFill>
              </a:defRPr>
            </a:pPr>
            <a:r>
              <a:rPr sz="1650" b="1" i="0">
                <a:solidFill>
                  <a:srgbClr val="278C8C"/>
                </a:solidFill>
              </a:rPr>
              <a:t>Evidence review</a:t>
            </a:r>
          </a:p>
        </p:txBody>
      </p:sp>
      <p:sp>
        <p:nvSpPr>
          <p:cNvPr id="13" name="">
            <a:extLst xmlns:a="http://schemas.openxmlformats.org/drawingml/2006/main">
              <a:ext uri="{FF2B5EF4-FFF2-40B4-BE49-F238E27FC236}">
                <a16:creationId xmlns:a16="http://schemas.microsoft.com/office/drawing/2014/main" id="{A0F0278C-4CE9-4E88-84B4-60387FC33C4F}"/>
              </a:ext>
            </a:extLst>
          </p:cNvPr>
          <p:cNvSpPr>
            <a:spLocks xmlns:a="http://schemas.openxmlformats.org/drawingml/2006/main" noGrp="1"/>
          </p:cNvSpPr>
          <p:nvPr/>
        </p:nvSpPr>
        <p:spPr>
          <a:xfrm xmlns:a="http://schemas.openxmlformats.org/drawingml/2006/main">
            <a:off x="3352800" y="3429000"/>
            <a:ext cx="762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i="0">
                <a:solidFill>
                  <a:srgbClr val="263755"/>
                </a:solidFill>
              </a:defRPr>
            </a:defPPr>
            <a:lvl1pPr algn="l">
              <a:defRPr sz="1575" b="0" i="0">
                <a:solidFill>
                  <a:srgbClr val="263755"/>
                </a:solidFill>
              </a:defRPr>
            </a:lvl1pPr>
            <a:lvl2pPr algn="l">
              <a:defRPr sz="1575" b="0" i="0">
                <a:solidFill>
                  <a:srgbClr val="263755"/>
                </a:solidFill>
              </a:defRPr>
            </a:lvl2pPr>
            <a:lvl3pPr algn="l">
              <a:defRPr sz="1575" b="0" i="0">
                <a:solidFill>
                  <a:srgbClr val="263755"/>
                </a:solidFill>
              </a:defRPr>
            </a:lvl3pPr>
            <a:lvl4pPr algn="l">
              <a:defRPr sz="1575" b="0" i="0">
                <a:solidFill>
                  <a:srgbClr val="263755"/>
                </a:solidFill>
              </a:defRPr>
            </a:lvl4pPr>
            <a:lvl5pPr algn="l">
              <a:defRPr sz="1575" b="0" i="0">
                <a:solidFill>
                  <a:srgbClr val="263755"/>
                </a:solidFill>
              </a:defRPr>
            </a:lvl5pPr>
            <a:lvl6pPr algn="l">
              <a:defRPr sz="1575" b="0" i="0">
                <a:solidFill>
                  <a:srgbClr val="263755"/>
                </a:solidFill>
              </a:defRPr>
            </a:lvl6pPr>
            <a:lvl7pPr algn="l">
              <a:defRPr sz="1575" b="0" i="0">
                <a:solidFill>
                  <a:srgbClr val="263755"/>
                </a:solidFill>
              </a:defRPr>
            </a:lvl7pPr>
            <a:lvl8pPr algn="l">
              <a:defRPr sz="1575" b="0" i="0">
                <a:solidFill>
                  <a:srgbClr val="263755"/>
                </a:solidFill>
              </a:defRPr>
            </a:lvl8pPr>
            <a:lvl9pPr algn="l">
              <a:defRPr sz="1575" b="0" i="0">
                <a:solidFill>
                  <a:srgbClr val="263755"/>
                </a:solidFill>
              </a:defRPr>
            </a:lvl9pPr>
          </a:lstStyle>
          <a:p xmlns:a="http://schemas.openxmlformats.org/drawingml/2006/main">
            <a:pPr algn="l">
              <a:lnSpc>
                <a:spcPct val="112000"/>
              </a:lnSpc>
              <a:buNone/>
              <a:defRPr sz="1575" b="0" i="0">
                <a:solidFill>
                  <a:srgbClr val="263755"/>
                </a:solidFill>
              </a:defRPr>
            </a:pPr>
            <a:r>
              <a:rPr sz="1575" b="0" i="0">
                <a:solidFill>
                  <a:srgbClr val="263755"/>
                </a:solidFill>
              </a:rPr>
              <a:t>Citation-marker validation checks syntax and label range; it does not prove that each cited passage supports the claim.</a:t>
            </a:r>
          </a:p>
        </p:txBody>
      </p:sp>
      <p:sp>
        <p:nvSpPr>
          <p:cNvPr id="14" name="">
            <a:extLst xmlns:a="http://schemas.openxmlformats.org/drawingml/2006/main">
              <a:ext uri="{FF2B5EF4-FFF2-40B4-BE49-F238E27FC236}">
                <a16:creationId xmlns:a16="http://schemas.microsoft.com/office/drawing/2014/main" id="{A1935D88-B438-4F24-BE13-F7380D63824E}"/>
              </a:ext>
            </a:extLst>
          </p:cNvPr>
          <p:cNvSpPr>
            <a:spLocks xmlns:a="http://schemas.openxmlformats.org/drawingml/2006/main" noGrp="1"/>
          </p:cNvSpPr>
          <p:nvPr/>
        </p:nvSpPr>
        <p:spPr>
          <a:xfrm xmlns:a="http://schemas.openxmlformats.org/drawingml/2006/main">
            <a:off x="1066800" y="4400550"/>
            <a:ext cx="99060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BA8C3ED-DD6F-4DB2-A8FF-60AAA1319F83}"/>
              </a:ext>
            </a:extLst>
          </p:cNvPr>
          <p:cNvSpPr>
            <a:spLocks xmlns:a="http://schemas.openxmlformats.org/drawingml/2006/main" noGrp="1"/>
          </p:cNvSpPr>
          <p:nvPr/>
        </p:nvSpPr>
        <p:spPr>
          <a:xfrm xmlns:a="http://schemas.openxmlformats.org/drawingml/2006/main">
            <a:off x="781050" y="4610100"/>
            <a:ext cx="66675" cy="838200"/>
          </a:xfrm>
          <a:prstGeom xmlns:a="http://schemas.openxmlformats.org/drawingml/2006/main" prst="rect">
            <a:avLst/>
          </a:prstGeom>
          <a:solidFill xmlns:a="http://schemas.openxmlformats.org/drawingml/2006/main">
            <a:srgbClr val="14233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0A5FBC4-272C-44F6-802B-644E2E7E3B36}"/>
              </a:ext>
            </a:extLst>
          </p:cNvPr>
          <p:cNvSpPr>
            <a:spLocks xmlns:a="http://schemas.openxmlformats.org/drawingml/2006/main" noGrp="1"/>
          </p:cNvSpPr>
          <p:nvPr/>
        </p:nvSpPr>
        <p:spPr>
          <a:xfrm xmlns:a="http://schemas.openxmlformats.org/drawingml/2006/main">
            <a:off x="1066800" y="46196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i="0">
                <a:solidFill>
                  <a:srgbClr val="14233F"/>
                </a:solidFill>
              </a:defRPr>
            </a:defPPr>
            <a:lvl1pPr algn="l">
              <a:defRPr sz="1650" b="1" i="0">
                <a:solidFill>
                  <a:srgbClr val="14233F"/>
                </a:solidFill>
              </a:defRPr>
            </a:lvl1pPr>
            <a:lvl2pPr algn="l">
              <a:defRPr sz="1650" b="1" i="0">
                <a:solidFill>
                  <a:srgbClr val="14233F"/>
                </a:solidFill>
              </a:defRPr>
            </a:lvl2pPr>
            <a:lvl3pPr algn="l">
              <a:defRPr sz="1650" b="1" i="0">
                <a:solidFill>
                  <a:srgbClr val="14233F"/>
                </a:solidFill>
              </a:defRPr>
            </a:lvl3pPr>
            <a:lvl4pPr algn="l">
              <a:defRPr sz="1650" b="1" i="0">
                <a:solidFill>
                  <a:srgbClr val="14233F"/>
                </a:solidFill>
              </a:defRPr>
            </a:lvl4pPr>
            <a:lvl5pPr algn="l">
              <a:defRPr sz="1650" b="1" i="0">
                <a:solidFill>
                  <a:srgbClr val="14233F"/>
                </a:solidFill>
              </a:defRPr>
            </a:lvl5pPr>
            <a:lvl6pPr algn="l">
              <a:defRPr sz="1650" b="1" i="0">
                <a:solidFill>
                  <a:srgbClr val="14233F"/>
                </a:solidFill>
              </a:defRPr>
            </a:lvl6pPr>
            <a:lvl7pPr algn="l">
              <a:defRPr sz="1650" b="1" i="0">
                <a:solidFill>
                  <a:srgbClr val="14233F"/>
                </a:solidFill>
              </a:defRPr>
            </a:lvl7pPr>
            <a:lvl8pPr algn="l">
              <a:defRPr sz="1650" b="1" i="0">
                <a:solidFill>
                  <a:srgbClr val="14233F"/>
                </a:solidFill>
              </a:defRPr>
            </a:lvl8pPr>
            <a:lvl9pPr algn="l">
              <a:defRPr sz="1650" b="1" i="0">
                <a:solidFill>
                  <a:srgbClr val="14233F"/>
                </a:solidFill>
              </a:defRPr>
            </a:lvl9pPr>
          </a:lstStyle>
          <a:p xmlns:a="http://schemas.openxmlformats.org/drawingml/2006/main">
            <a:pPr algn="l">
              <a:lnSpc>
                <a:spcPct val="105000"/>
              </a:lnSpc>
              <a:buNone/>
              <a:defRPr sz="1650" b="1" i="0">
                <a:solidFill>
                  <a:srgbClr val="14233F"/>
                </a:solidFill>
              </a:defRPr>
            </a:pPr>
            <a:r>
              <a:rPr sz="1650" b="1" i="0">
                <a:solidFill>
                  <a:srgbClr val="14233F"/>
                </a:solidFill>
              </a:rPr>
              <a:t>Next benchmark</a:t>
            </a:r>
          </a:p>
        </p:txBody>
      </p:sp>
      <p:sp>
        <p:nvSpPr>
          <p:cNvPr id="17" name="">
            <a:extLst xmlns:a="http://schemas.openxmlformats.org/drawingml/2006/main">
              <a:ext uri="{FF2B5EF4-FFF2-40B4-BE49-F238E27FC236}">
                <a16:creationId xmlns:a16="http://schemas.microsoft.com/office/drawing/2014/main" id="{D319CFAC-63B3-49E3-8ADD-8B8C76CDE672}"/>
              </a:ext>
            </a:extLst>
          </p:cNvPr>
          <p:cNvSpPr>
            <a:spLocks xmlns:a="http://schemas.openxmlformats.org/drawingml/2006/main" noGrp="1"/>
          </p:cNvSpPr>
          <p:nvPr/>
        </p:nvSpPr>
        <p:spPr>
          <a:xfrm xmlns:a="http://schemas.openxmlformats.org/drawingml/2006/main">
            <a:off x="3352800" y="4610100"/>
            <a:ext cx="762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i="0">
                <a:solidFill>
                  <a:srgbClr val="263755"/>
                </a:solidFill>
              </a:defRPr>
            </a:defPPr>
            <a:lvl1pPr algn="l">
              <a:defRPr sz="1575" b="0" i="0">
                <a:solidFill>
                  <a:srgbClr val="263755"/>
                </a:solidFill>
              </a:defRPr>
            </a:lvl1pPr>
            <a:lvl2pPr algn="l">
              <a:defRPr sz="1575" b="0" i="0">
                <a:solidFill>
                  <a:srgbClr val="263755"/>
                </a:solidFill>
              </a:defRPr>
            </a:lvl2pPr>
            <a:lvl3pPr algn="l">
              <a:defRPr sz="1575" b="0" i="0">
                <a:solidFill>
                  <a:srgbClr val="263755"/>
                </a:solidFill>
              </a:defRPr>
            </a:lvl3pPr>
            <a:lvl4pPr algn="l">
              <a:defRPr sz="1575" b="0" i="0">
                <a:solidFill>
                  <a:srgbClr val="263755"/>
                </a:solidFill>
              </a:defRPr>
            </a:lvl4pPr>
            <a:lvl5pPr algn="l">
              <a:defRPr sz="1575" b="0" i="0">
                <a:solidFill>
                  <a:srgbClr val="263755"/>
                </a:solidFill>
              </a:defRPr>
            </a:lvl5pPr>
            <a:lvl6pPr algn="l">
              <a:defRPr sz="1575" b="0" i="0">
                <a:solidFill>
                  <a:srgbClr val="263755"/>
                </a:solidFill>
              </a:defRPr>
            </a:lvl6pPr>
            <a:lvl7pPr algn="l">
              <a:defRPr sz="1575" b="0" i="0">
                <a:solidFill>
                  <a:srgbClr val="263755"/>
                </a:solidFill>
              </a:defRPr>
            </a:lvl7pPr>
            <a:lvl8pPr algn="l">
              <a:defRPr sz="1575" b="0" i="0">
                <a:solidFill>
                  <a:srgbClr val="263755"/>
                </a:solidFill>
              </a:defRPr>
            </a:lvl8pPr>
            <a:lvl9pPr algn="l">
              <a:defRPr sz="1575" b="0" i="0">
                <a:solidFill>
                  <a:srgbClr val="263755"/>
                </a:solidFill>
              </a:defRPr>
            </a:lvl9pPr>
          </a:lstStyle>
          <a:p xmlns:a="http://schemas.openxmlformats.org/drawingml/2006/main">
            <a:pPr algn="l">
              <a:lnSpc>
                <a:spcPct val="112000"/>
              </a:lnSpc>
              <a:buNone/>
              <a:defRPr sz="1575" b="0" i="0">
                <a:solidFill>
                  <a:srgbClr val="263755"/>
                </a:solidFill>
              </a:defRPr>
            </a:pPr>
            <a:r>
              <a:rPr sz="1575" b="0" i="0">
                <a:solidFill>
                  <a:srgbClr val="263755"/>
                </a:solidFill>
              </a:rPr>
              <a:t>Add naturally phrased, multi-section questions; review expected answers and citation support; rerun all methods on v4.</a:t>
            </a:r>
          </a:p>
        </p:txBody>
      </p:sp>
      <p:sp>
        <p:nvSpPr>
          <p:cNvPr id="18" name="">
            <a:extLst xmlns:a="http://schemas.openxmlformats.org/drawingml/2006/main">
              <a:ext uri="{FF2B5EF4-FFF2-40B4-BE49-F238E27FC236}">
                <a16:creationId xmlns:a16="http://schemas.microsoft.com/office/drawing/2014/main" id="{F6F0BD60-E5AB-4586-803B-E8985350651B}"/>
              </a:ext>
            </a:extLst>
          </p:cNvPr>
          <p:cNvSpPr>
            <a:spLocks xmlns:a="http://schemas.openxmlformats.org/drawingml/2006/main" noGrp="1"/>
          </p:cNvSpPr>
          <p:nvPr/>
        </p:nvSpPr>
        <p:spPr>
          <a:xfrm xmlns:a="http://schemas.openxmlformats.org/drawingml/2006/main">
            <a:off x="1066800" y="5581650"/>
            <a:ext cx="9906000" cy="19050"/>
          </a:xfrm>
          <a:prstGeom xmlns:a="http://schemas.openxmlformats.org/drawingml/2006/main" prst="rect">
            <a:avLst/>
          </a:prstGeom>
          <a:solidFill xmlns:a="http://schemas.openxmlformats.org/drawingml/2006/main">
            <a:srgbClr val="D8DED9"/>
          </a:solidFill>
          <a:ln xmlns:a="http://schemas.openxmlformats.org/drawingml/2006/main" w="0">
            <a:noFill/>
            <a:prstDash val="solid"/>
          </a:ln>
        </p:spPr>
      </p:sp>
    </p:spTree>
    <p:extLst>
      <p:ext uri="{BB962C8B-B14F-4D97-AF65-F5344CB8AC3E}">
        <p14:creationId xmlns:p14="http://schemas.microsoft.com/office/powerpoint/2010/main" val="1126690175"/>
      </p:ext>
    </p:extLst>
  </p:cSld>
</p:sld>
</file>

<file path=ppt/slides/slide13.xml><?xml version="1.0" encoding="utf-8"?>
<p:sld xmlns:p="http://schemas.openxmlformats.org/presentationml/2006/main">
  <p:cSld>
    <p:bg>
      <p:bgPr>
        <a:solidFill xmlns:a="http://schemas.openxmlformats.org/drawingml/2006/main">
          <a:srgbClr val="14233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146862-DEE2-44F3-A769-3AFF9589F64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D89A3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8D7400-4D1A-4FD2-9092-CCB4133BF0CE}"/>
              </a:ext>
            </a:extLst>
          </p:cNvPr>
          <p:cNvSpPr>
            <a:spLocks xmlns:a="http://schemas.openxmlformats.org/drawingml/2006/main" noGrp="1"/>
          </p:cNvSpPr>
          <p:nvPr/>
        </p:nvSpPr>
        <p:spPr>
          <a:xfrm xmlns:a="http://schemas.openxmlformats.org/drawingml/2006/main">
            <a:off x="781050" y="9715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i="0">
                <a:solidFill>
                  <a:srgbClr val="E9BE72"/>
                </a:solidFill>
              </a:defRPr>
            </a:defPPr>
            <a:lvl1pPr algn="l">
              <a:defRPr sz="1350" b="1" i="0">
                <a:solidFill>
                  <a:srgbClr val="E9BE72"/>
                </a:solidFill>
              </a:defRPr>
            </a:lvl1pPr>
            <a:lvl2pPr algn="l">
              <a:defRPr sz="1350" b="1" i="0">
                <a:solidFill>
                  <a:srgbClr val="E9BE72"/>
                </a:solidFill>
              </a:defRPr>
            </a:lvl2pPr>
            <a:lvl3pPr algn="l">
              <a:defRPr sz="1350" b="1" i="0">
                <a:solidFill>
                  <a:srgbClr val="E9BE72"/>
                </a:solidFill>
              </a:defRPr>
            </a:lvl3pPr>
            <a:lvl4pPr algn="l">
              <a:defRPr sz="1350" b="1" i="0">
                <a:solidFill>
                  <a:srgbClr val="E9BE72"/>
                </a:solidFill>
              </a:defRPr>
            </a:lvl4pPr>
            <a:lvl5pPr algn="l">
              <a:defRPr sz="1350" b="1" i="0">
                <a:solidFill>
                  <a:srgbClr val="E9BE72"/>
                </a:solidFill>
              </a:defRPr>
            </a:lvl5pPr>
            <a:lvl6pPr algn="l">
              <a:defRPr sz="1350" b="1" i="0">
                <a:solidFill>
                  <a:srgbClr val="E9BE72"/>
                </a:solidFill>
              </a:defRPr>
            </a:lvl6pPr>
            <a:lvl7pPr algn="l">
              <a:defRPr sz="1350" b="1" i="0">
                <a:solidFill>
                  <a:srgbClr val="E9BE72"/>
                </a:solidFill>
              </a:defRPr>
            </a:lvl7pPr>
            <a:lvl8pPr algn="l">
              <a:defRPr sz="1350" b="1" i="0">
                <a:solidFill>
                  <a:srgbClr val="E9BE72"/>
                </a:solidFill>
              </a:defRPr>
            </a:lvl8pPr>
            <a:lvl9pPr algn="l">
              <a:defRPr sz="1350" b="1" i="0">
                <a:solidFill>
                  <a:srgbClr val="E9BE72"/>
                </a:solidFill>
              </a:defRPr>
            </a:lvl9pPr>
          </a:lstStyle>
          <a:p xmlns:a="http://schemas.openxmlformats.org/drawingml/2006/main">
            <a:pPr algn="l">
              <a:lnSpc>
                <a:spcPct val="105000"/>
              </a:lnSpc>
              <a:buNone/>
              <a:defRPr sz="1350" b="1" i="0">
                <a:solidFill>
                  <a:srgbClr val="E9BE72"/>
                </a:solidFill>
              </a:defRPr>
            </a:pPr>
            <a:r>
              <a:rPr sz="1350" b="1" i="0">
                <a:solidFill>
                  <a:srgbClr val="E9BE72"/>
                </a:solidFill>
              </a:rPr>
              <a:t>Key takeaway</a:t>
            </a:r>
          </a:p>
        </p:txBody>
      </p:sp>
      <p:sp>
        <p:nvSpPr>
          <p:cNvPr id="3" name="">
            <a:extLst xmlns:a="http://schemas.openxmlformats.org/drawingml/2006/main">
              <a:ext uri="{FF2B5EF4-FFF2-40B4-BE49-F238E27FC236}">
                <a16:creationId xmlns:a16="http://schemas.microsoft.com/office/drawing/2014/main" id="{2EC9581C-C564-4A41-B4D3-2B56DF387023}"/>
              </a:ext>
            </a:extLst>
          </p:cNvPr>
          <p:cNvSpPr>
            <a:spLocks xmlns:a="http://schemas.openxmlformats.org/drawingml/2006/main" noGrp="1"/>
          </p:cNvSpPr>
          <p:nvPr/>
        </p:nvSpPr>
        <p:spPr>
          <a:xfrm xmlns:a="http://schemas.openxmlformats.org/drawingml/2006/main">
            <a:off x="781050" y="1562100"/>
            <a:ext cx="93345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4125" b="1" i="0">
                <a:solidFill>
                  <a:srgbClr val="FFFFFF"/>
                </a:solidFill>
              </a:defRPr>
            </a:defPPr>
            <a:lvl1pPr algn="l">
              <a:defRPr sz="4125" b="1" i="0">
                <a:solidFill>
                  <a:srgbClr val="FFFFFF"/>
                </a:solidFill>
              </a:defRPr>
            </a:lvl1pPr>
            <a:lvl2pPr algn="l">
              <a:defRPr sz="4125" b="1" i="0">
                <a:solidFill>
                  <a:srgbClr val="FFFFFF"/>
                </a:solidFill>
              </a:defRPr>
            </a:lvl2pPr>
            <a:lvl3pPr algn="l">
              <a:defRPr sz="4125" b="1" i="0">
                <a:solidFill>
                  <a:srgbClr val="FFFFFF"/>
                </a:solidFill>
              </a:defRPr>
            </a:lvl3pPr>
            <a:lvl4pPr algn="l">
              <a:defRPr sz="4125" b="1" i="0">
                <a:solidFill>
                  <a:srgbClr val="FFFFFF"/>
                </a:solidFill>
              </a:defRPr>
            </a:lvl4pPr>
            <a:lvl5pPr algn="l">
              <a:defRPr sz="4125" b="1" i="0">
                <a:solidFill>
                  <a:srgbClr val="FFFFFF"/>
                </a:solidFill>
              </a:defRPr>
            </a:lvl5pPr>
            <a:lvl6pPr algn="l">
              <a:defRPr sz="4125" b="1" i="0">
                <a:solidFill>
                  <a:srgbClr val="FFFFFF"/>
                </a:solidFill>
              </a:defRPr>
            </a:lvl6pPr>
            <a:lvl7pPr algn="l">
              <a:defRPr sz="4125" b="1" i="0">
                <a:solidFill>
                  <a:srgbClr val="FFFFFF"/>
                </a:solidFill>
              </a:defRPr>
            </a:lvl7pPr>
            <a:lvl8pPr algn="l">
              <a:defRPr sz="4125" b="1" i="0">
                <a:solidFill>
                  <a:srgbClr val="FFFFFF"/>
                </a:solidFill>
              </a:defRPr>
            </a:lvl8pPr>
            <a:lvl9pPr algn="l">
              <a:defRPr sz="4125" b="1" i="0">
                <a:solidFill>
                  <a:srgbClr val="FFFFFF"/>
                </a:solidFill>
              </a:defRPr>
            </a:lvl9pPr>
          </a:lstStyle>
          <a:p xmlns:a="http://schemas.openxmlformats.org/drawingml/2006/main">
            <a:pPr algn="l">
              <a:lnSpc>
                <a:spcPct val="98000"/>
              </a:lnSpc>
              <a:buNone/>
              <a:defRPr sz="4125" b="1" i="0">
                <a:solidFill>
                  <a:srgbClr val="FFFFFF"/>
                </a:solidFill>
              </a:defRPr>
            </a:pPr>
            <a:r>
              <a:rPr sz="4125" b="1" i="0">
                <a:solidFill>
                  <a:srgbClr val="FFFFFF"/>
                </a:solidFill>
              </a:rPr>
              <a:t>Retrieval quality is</a:t>
            </a:r>
          </a:p>
          <a:p xmlns:a="http://schemas.openxmlformats.org/drawingml/2006/main">
            <a:pPr algn="l">
              <a:lnSpc>
                <a:spcPct val="98000"/>
              </a:lnSpc>
              <a:buNone/>
              <a:defRPr sz="4125" b="1" i="0">
                <a:solidFill>
                  <a:srgbClr val="FFFFFF"/>
                </a:solidFill>
              </a:defRPr>
            </a:pPr>
            <a:r>
              <a:rPr sz="4125" b="1" i="0">
                <a:solidFill>
                  <a:srgbClr val="FFFFFF"/>
                </a:solidFill>
              </a:rPr>
              <a:t>an experimental question.</a:t>
            </a:r>
          </a:p>
        </p:txBody>
      </p:sp>
      <p:sp>
        <p:nvSpPr>
          <p:cNvPr id="4" name="">
            <a:extLst xmlns:a="http://schemas.openxmlformats.org/drawingml/2006/main">
              <a:ext uri="{FF2B5EF4-FFF2-40B4-BE49-F238E27FC236}">
                <a16:creationId xmlns:a16="http://schemas.microsoft.com/office/drawing/2014/main" id="{C92DE34D-759C-4432-8E6F-88B58DB5402E}"/>
              </a:ext>
            </a:extLst>
          </p:cNvPr>
          <p:cNvSpPr>
            <a:spLocks xmlns:a="http://schemas.openxmlformats.org/drawingml/2006/main" noGrp="1"/>
          </p:cNvSpPr>
          <p:nvPr/>
        </p:nvSpPr>
        <p:spPr>
          <a:xfrm xmlns:a="http://schemas.openxmlformats.org/drawingml/2006/main">
            <a:off x="800100" y="3524250"/>
            <a:ext cx="952500" cy="38100"/>
          </a:xfrm>
          <a:prstGeom xmlns:a="http://schemas.openxmlformats.org/drawingml/2006/main" prst="rect">
            <a:avLst/>
          </a:prstGeom>
          <a:solidFill xmlns:a="http://schemas.openxmlformats.org/drawingml/2006/main">
            <a:srgbClr val="278C8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0091540-EE8C-455A-AEB9-B69726222F45}"/>
              </a:ext>
            </a:extLst>
          </p:cNvPr>
          <p:cNvSpPr>
            <a:spLocks xmlns:a="http://schemas.openxmlformats.org/drawingml/2006/main" noGrp="1"/>
          </p:cNvSpPr>
          <p:nvPr/>
        </p:nvSpPr>
        <p:spPr>
          <a:xfrm xmlns:a="http://schemas.openxmlformats.org/drawingml/2006/main">
            <a:off x="800100" y="3886200"/>
            <a:ext cx="876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i="0">
                <a:solidFill>
                  <a:srgbClr val="E2E8F0"/>
                </a:solidFill>
              </a:defRPr>
            </a:defPPr>
            <a:lvl1pPr algn="l">
              <a:defRPr sz="1875" b="0" i="0">
                <a:solidFill>
                  <a:srgbClr val="E2E8F0"/>
                </a:solidFill>
              </a:defRPr>
            </a:lvl1pPr>
            <a:lvl2pPr algn="l">
              <a:defRPr sz="1875" b="0" i="0">
                <a:solidFill>
                  <a:srgbClr val="E2E8F0"/>
                </a:solidFill>
              </a:defRPr>
            </a:lvl2pPr>
            <a:lvl3pPr algn="l">
              <a:defRPr sz="1875" b="0" i="0">
                <a:solidFill>
                  <a:srgbClr val="E2E8F0"/>
                </a:solidFill>
              </a:defRPr>
            </a:lvl3pPr>
            <a:lvl4pPr algn="l">
              <a:defRPr sz="1875" b="0" i="0">
                <a:solidFill>
                  <a:srgbClr val="E2E8F0"/>
                </a:solidFill>
              </a:defRPr>
            </a:lvl4pPr>
            <a:lvl5pPr algn="l">
              <a:defRPr sz="1875" b="0" i="0">
                <a:solidFill>
                  <a:srgbClr val="E2E8F0"/>
                </a:solidFill>
              </a:defRPr>
            </a:lvl5pPr>
            <a:lvl6pPr algn="l">
              <a:defRPr sz="1875" b="0" i="0">
                <a:solidFill>
                  <a:srgbClr val="E2E8F0"/>
                </a:solidFill>
              </a:defRPr>
            </a:lvl6pPr>
            <a:lvl7pPr algn="l">
              <a:defRPr sz="1875" b="0" i="0">
                <a:solidFill>
                  <a:srgbClr val="E2E8F0"/>
                </a:solidFill>
              </a:defRPr>
            </a:lvl7pPr>
            <a:lvl8pPr algn="l">
              <a:defRPr sz="1875" b="0" i="0">
                <a:solidFill>
                  <a:srgbClr val="E2E8F0"/>
                </a:solidFill>
              </a:defRPr>
            </a:lvl8pPr>
            <a:lvl9pPr algn="l">
              <a:defRPr sz="1875" b="0" i="0">
                <a:solidFill>
                  <a:srgbClr val="E2E8F0"/>
                </a:solidFill>
              </a:defRPr>
            </a:lvl9pPr>
          </a:lstStyle>
          <a:p xmlns:a="http://schemas.openxmlformats.org/drawingml/2006/main">
            <a:pPr algn="l">
              <a:lnSpc>
                <a:spcPct val="105000"/>
              </a:lnSpc>
              <a:buNone/>
              <a:defRPr sz="1875" b="0" i="0">
                <a:solidFill>
                  <a:srgbClr val="E2E8F0"/>
                </a:solidFill>
              </a:defRPr>
            </a:pPr>
            <a:r>
              <a:rPr sz="1875" b="0" i="0">
                <a:solidFill>
                  <a:srgbClr val="E2E8F0"/>
                </a:solidFill>
              </a:rPr>
              <a:t>This project makes the comparison reproducible, evidence-based and inspectable.</a:t>
            </a:r>
          </a:p>
        </p:txBody>
      </p:sp>
      <p:sp>
        <p:nvSpPr>
          <p:cNvPr id="6" name="">
            <a:extLst xmlns:a="http://schemas.openxmlformats.org/drawingml/2006/main">
              <a:ext uri="{FF2B5EF4-FFF2-40B4-BE49-F238E27FC236}">
                <a16:creationId xmlns:a16="http://schemas.microsoft.com/office/drawing/2014/main" id="{C472283A-0C70-4603-BA1B-47DDB6C0AB2E}"/>
              </a:ext>
            </a:extLst>
          </p:cNvPr>
          <p:cNvSpPr>
            <a:spLocks xmlns:a="http://schemas.openxmlformats.org/drawingml/2006/main" noGrp="1"/>
          </p:cNvSpPr>
          <p:nvPr/>
        </p:nvSpPr>
        <p:spPr>
          <a:xfrm xmlns:a="http://schemas.openxmlformats.org/drawingml/2006/main">
            <a:off x="800100" y="55245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00" b="1" i="0">
                <a:solidFill>
                  <a:srgbClr val="FFFFFF"/>
                </a:solidFill>
              </a:defRPr>
            </a:defPPr>
            <a:lvl1pPr algn="l">
              <a:defRPr sz="2100" b="1" i="0">
                <a:solidFill>
                  <a:srgbClr val="FFFFFF"/>
                </a:solidFill>
              </a:defRPr>
            </a:lvl1pPr>
            <a:lvl2pPr algn="l">
              <a:defRPr sz="2100" b="1" i="0">
                <a:solidFill>
                  <a:srgbClr val="FFFFFF"/>
                </a:solidFill>
              </a:defRPr>
            </a:lvl2pPr>
            <a:lvl3pPr algn="l">
              <a:defRPr sz="2100" b="1" i="0">
                <a:solidFill>
                  <a:srgbClr val="FFFFFF"/>
                </a:solidFill>
              </a:defRPr>
            </a:lvl3pPr>
            <a:lvl4pPr algn="l">
              <a:defRPr sz="2100" b="1" i="0">
                <a:solidFill>
                  <a:srgbClr val="FFFFFF"/>
                </a:solidFill>
              </a:defRPr>
            </a:lvl4pPr>
            <a:lvl5pPr algn="l">
              <a:defRPr sz="2100" b="1" i="0">
                <a:solidFill>
                  <a:srgbClr val="FFFFFF"/>
                </a:solidFill>
              </a:defRPr>
            </a:lvl5pPr>
            <a:lvl6pPr algn="l">
              <a:defRPr sz="2100" b="1" i="0">
                <a:solidFill>
                  <a:srgbClr val="FFFFFF"/>
                </a:solidFill>
              </a:defRPr>
            </a:lvl6pPr>
            <a:lvl7pPr algn="l">
              <a:defRPr sz="2100" b="1" i="0">
                <a:solidFill>
                  <a:srgbClr val="FFFFFF"/>
                </a:solidFill>
              </a:defRPr>
            </a:lvl7pPr>
            <a:lvl8pPr algn="l">
              <a:defRPr sz="2100" b="1" i="0">
                <a:solidFill>
                  <a:srgbClr val="FFFFFF"/>
                </a:solidFill>
              </a:defRPr>
            </a:lvl8pPr>
            <a:lvl9pPr algn="l">
              <a:defRPr sz="2100" b="1" i="0">
                <a:solidFill>
                  <a:srgbClr val="FFFFFF"/>
                </a:solidFill>
              </a:defRPr>
            </a:lvl9pPr>
          </a:lstStyle>
          <a:p xmlns:a="http://schemas.openxmlformats.org/drawingml/2006/main">
            <a:pPr algn="l">
              <a:lnSpc>
                <a:spcPct val="105000"/>
              </a:lnSpc>
              <a:buNone/>
              <a:defRPr sz="2100" b="1" i="0">
                <a:solidFill>
                  <a:srgbClr val="FFFFFF"/>
                </a:solidFill>
              </a:defRPr>
            </a:pPr>
            <a:r>
              <a:rPr sz="2100" b="1" i="0">
                <a:solidFill>
                  <a:srgbClr val="FFFFFF"/>
                </a:solidFill>
              </a:rPr>
              <a:t>Questions</a:t>
            </a:r>
          </a:p>
        </p:txBody>
      </p:sp>
      <p:sp>
        <p:nvSpPr>
          <p:cNvPr id="7" name="">
            <a:extLst xmlns:a="http://schemas.openxmlformats.org/drawingml/2006/main">
              <a:ext uri="{FF2B5EF4-FFF2-40B4-BE49-F238E27FC236}">
                <a16:creationId xmlns:a16="http://schemas.microsoft.com/office/drawing/2014/main" id="{77DEF39E-BF4A-436B-95A0-0AA525A4EB8D}"/>
              </a:ext>
            </a:extLst>
          </p:cNvPr>
          <p:cNvSpPr>
            <a:spLocks xmlns:a="http://schemas.openxmlformats.org/drawingml/2006/main" noGrp="1"/>
          </p:cNvSpPr>
          <p:nvPr/>
        </p:nvSpPr>
        <p:spPr>
          <a:xfrm xmlns:a="http://schemas.openxmlformats.org/drawingml/2006/main">
            <a:off x="10287000" y="5943600"/>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75" b="1" i="0">
                <a:solidFill>
                  <a:srgbClr val="A9B6C9"/>
                </a:solidFill>
              </a:defRPr>
            </a:defPPr>
            <a:lvl1pPr algn="r">
              <a:defRPr sz="1275" b="1" i="0">
                <a:solidFill>
                  <a:srgbClr val="A9B6C9"/>
                </a:solidFill>
              </a:defRPr>
            </a:lvl1pPr>
            <a:lvl2pPr algn="r">
              <a:defRPr sz="1275" b="1" i="0">
                <a:solidFill>
                  <a:srgbClr val="A9B6C9"/>
                </a:solidFill>
              </a:defRPr>
            </a:lvl2pPr>
            <a:lvl3pPr algn="r">
              <a:defRPr sz="1275" b="1" i="0">
                <a:solidFill>
                  <a:srgbClr val="A9B6C9"/>
                </a:solidFill>
              </a:defRPr>
            </a:lvl3pPr>
            <a:lvl4pPr algn="r">
              <a:defRPr sz="1275" b="1" i="0">
                <a:solidFill>
                  <a:srgbClr val="A9B6C9"/>
                </a:solidFill>
              </a:defRPr>
            </a:lvl4pPr>
            <a:lvl5pPr algn="r">
              <a:defRPr sz="1275" b="1" i="0">
                <a:solidFill>
                  <a:srgbClr val="A9B6C9"/>
                </a:solidFill>
              </a:defRPr>
            </a:lvl5pPr>
            <a:lvl6pPr algn="r">
              <a:defRPr sz="1275" b="1" i="0">
                <a:solidFill>
                  <a:srgbClr val="A9B6C9"/>
                </a:solidFill>
              </a:defRPr>
            </a:lvl6pPr>
            <a:lvl7pPr algn="r">
              <a:defRPr sz="1275" b="1" i="0">
                <a:solidFill>
                  <a:srgbClr val="A9B6C9"/>
                </a:solidFill>
              </a:defRPr>
            </a:lvl7pPr>
            <a:lvl8pPr algn="r">
              <a:defRPr sz="1275" b="1" i="0">
                <a:solidFill>
                  <a:srgbClr val="A9B6C9"/>
                </a:solidFill>
              </a:defRPr>
            </a:lvl8pPr>
            <a:lvl9pPr algn="r">
              <a:defRPr sz="1275" b="1" i="0">
                <a:solidFill>
                  <a:srgbClr val="A9B6C9"/>
                </a:solidFill>
              </a:defRPr>
            </a:lvl9pPr>
          </a:lstStyle>
          <a:p xmlns:a="http://schemas.openxmlformats.org/drawingml/2006/main">
            <a:pPr algn="r">
              <a:lnSpc>
                <a:spcPct val="105000"/>
              </a:lnSpc>
              <a:buNone/>
              <a:defRPr sz="1275" b="1" i="0">
                <a:solidFill>
                  <a:srgbClr val="A9B6C9"/>
                </a:solidFill>
              </a:defRPr>
            </a:pPr>
            <a:r>
              <a:rPr sz="1275" b="1" i="0">
                <a:solidFill>
                  <a:srgbClr val="A9B6C9"/>
                </a:solidFill>
              </a:rPr>
              <a:t>Thank you</a:t>
            </a:r>
          </a:p>
        </p:txBody>
      </p:sp>
    </p:spTree>
    <p:extLst>
      <p:ext uri="{BB962C8B-B14F-4D97-AF65-F5344CB8AC3E}">
        <p14:creationId xmlns:p14="http://schemas.microsoft.com/office/powerpoint/2010/main" val="19090581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2026-10-25T14:56:26.2380000Z</dcterms:created>
  <dcterms:modified xsi:type="dcterms:W3CDTF">2026-10-25T14:56:26.2380000Z</dcterms:modified>
</coreProperties>
</file>